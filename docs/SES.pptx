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fntdata" ContentType="application/x-fontdata"/>
  <Default Extension="bmp" ContentType="image/bmp"/>
  <Default Extension="jpeg" ContentType="image/jpeg"/>
  <Default Extension="png" ContentType="image/png"/>
  <Default Extension="gif" ContentType="image/gif"/>
  <Default Extension="tif" ContentType="image/tif"/>
  <Default Extension="emf" ContentType="image/x-emf"/>
  <Default Extension="wmf" ContentType="image/x-wmf"/>
  <Default Extension="pct" ContentType="image/pct"/>
  <Default Extension="pcx" ContentType="image/pcx"/>
  <Default Extension="tga" ContentType="image/tga"/>
  <Default Extension="svg" ContentType="image/svg+xml"/>
  <Default Extension="webp" ContentType="image/webp"/>
  <Default Extension="avi" ContentType="video/avi"/>
  <Default Extension="wmv" ContentType="video/wmv"/>
  <Default Extension="mpg" ContentType="video/mpeg"/>
  <Default Extension="mpeg" ContentType="video/mpeg"/>
  <Default Extension="mp2" ContentType="video/mpeg"/>
  <Default Extension="mp4" ContentType="video/mpeg"/>
  <Default Extension="wma" ContentType="audio/x-ms-wma"/>
  <Default Extension="mid" ContentType="audio/unknown"/>
  <Default Extension="midi" ContentType="audio/unknown"/>
  <Default Extension="rmi" ContentType="audio/unknown"/>
  <Default Extension="mp3" ContentType="audio/unknown"/>
  <Default Extension="wav" ContentType="audio/wav"/>
  <Default Extension="bin" ContentType="application/vnd.openxmlformats-officedocument.oleObjec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</Types>
</file>

<file path=_rels/.rels><?xml version="1.0" encoding="UTF-8" standalone="yes" 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embedTrueTypeFonts="1" saveSubsetFonts="0">
  <p:sldMasterIdLst>
    <p:sldMasterId id="2147483648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x="18288000" cy="10287000"/>
  <p:notesSz cx="6858000" cy="9144000"/>
  <p:embeddedFontLst>
    <p:embeddedFont>
      <p:font typeface="Arimo" pitchFamily="0" charset="1"/>
      <p:regular r:id="rId27"/>
    </p:embeddedFont>
    <p:embeddedFont>
      <p:font typeface="Source Han Sans JP" pitchFamily="0" charset="1"/>
      <p:regular r:id="rId28"/>
      <p:bold r:id="rId29"/>
    </p:embeddedFont>
    <p:embeddedFont>
      <p:font typeface="Source Han Sans JP Bold" pitchFamily="0" charset="1"/>
      <p:regular r:id="rId30"/>
      <p:bold r:id="rId31"/>
      <p:italic r:id="rId32"/>
      <p:boldItalic r:id="rId33"/>
    </p:embeddedFont>
    <p:embeddedFont>
      <p:font typeface="Aptos" pitchFamily="0" charset="1"/>
      <p:regular r:id="rId34"/>
    </p:embeddedFont>
  </p:embeddedFontLst>
  <p:defaultTextStyle>
    <a:lvl1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en-us"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1pPr>
    <a:lvl2pPr marL="4572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en-us"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2pPr>
    <a:lvl3pPr marL="9144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en-us"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3pPr>
    <a:lvl4pPr marL="13716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en-us"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4pPr>
    <a:lvl5pPr marL="18288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en-us"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5pPr>
    <a:lvl6pPr marL="22860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en-us"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6pPr>
    <a:lvl7pPr marL="27432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en-us"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7pPr>
    <a:lvl8pPr marL="32004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en-us"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8pPr>
    <a:lvl9pPr marL="36576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en-us"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9pPr>
  </p:defaultTextStyle>
</p:presentation>
</file>

<file path=ppt/presProps.xml><?xml version="1.0" encoding="utf-8"?>
<p:presentationPr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>
  <p:showPr showNarration="1">
    <p:penClr>
      <a:srgbClr val="0000FF"/>
    </p:penClr>
  </p:showPr>
  <p:extLst>
    <p:ext uri="smNativeData">
      <pr:smAppRevision xmlns:pr="smNativeData" xmlns="smNativeData" dt="1757707572" val="1228" revOS="4"/>
      <pr:smFileRevision xmlns:pr="smNativeData" xmlns="smNativeData" dt="1757707572" val="101"/>
      <pr:guideOptions xmlns:pr="smNativeData" xmlns="smNativeData" dt="1757707572" snapToGrid="1" snapToBorders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>
  <p:slideViewPr>
    <p:cSldViewPr>
      <p:cViewPr varScale="1">
        <p:scale>
          <a:sx n="61" d="100"/>
          <a:sy n="61" d="100"/>
        </p:scale>
        <p:origin x="605" y="322"/>
      </p:cViewPr>
      <p:guideLst x="0" y="0"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sorterViewPr>
    <p:cViewPr>
      <p:scale>
        <a:sx n="13" d="100"/>
        <a:sy n="13" d="100"/>
      </p:scale>
      <p:origin x="0" y="0"/>
    </p:cViewPr>
  </p:sorterViewPr>
  <p:notesViewPr>
    <p:cSldViewPr>
      <p:cViewPr>
        <p:scale>
          <a:sx n="61" d="100"/>
          <a:sy n="61" d="100"/>
        </p:scale>
        <p:origin x="605" y="322"/>
      </p:cViewPr>
    </p:cSldViewPr>
  </p:notesViewPr>
  <p:gridSpacing cx="78028800" cy="78028800"/>
</p:viewPr>
</file>

<file path=ppt/_rels/presentation.xml.rels><?xml version="1.0" encoding="UTF-8" standalone="yes" 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tableStyles" Target="tableStyles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font" Target="fonts/font1.fntdata"/><Relationship Id="rId28" Type="http://schemas.openxmlformats.org/officeDocument/2006/relationships/font" Target="fonts/font2.fntdata"/><Relationship Id="rId29" Type="http://schemas.openxmlformats.org/officeDocument/2006/relationships/font" Target="fonts/font3.fntdata"/><Relationship Id="rId30" Type="http://schemas.openxmlformats.org/officeDocument/2006/relationships/font" Target="fonts/font4.fntdata"/><Relationship Id="rId31" Type="http://schemas.openxmlformats.org/officeDocument/2006/relationships/font" Target="fonts/font5.fntdata"/><Relationship Id="rId32" Type="http://schemas.openxmlformats.org/officeDocument/2006/relationships/font" Target="fonts/font6.fntdata"/><Relationship Id="rId33" Type="http://schemas.openxmlformats.org/officeDocument/2006/relationships/font" Target="fonts/font7.fntdata"/><Relationship Id="rId34" Type="http://schemas.openxmlformats.org/officeDocument/2006/relationships/font" Target="fonts/font8.fntdata"/></Relationships>
</file>

<file path=ppt/slideLayouts/_rels/slideLayout1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:pr="smNativeData" xmlns="smNativeData" val="SMDATA_15_NH3EaB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BsNAAAINAAAJhYAABAAAAAmAAAACAAAAAEAAAAAAAAA"/>
              </a:ext>
            </a:extLst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>
              <a:defRPr lang="en-us"/>
            </a:pPr>
            <a:r>
              <a:t>Click to edit Master title style</a:t>
            </a:r>
          </a:p>
        </p:txBody>
      </p:sp>
      <p:sp>
        <p:nvSpPr>
          <p:cNvPr id="3" name="Subtitle 2"/>
          <p:cNvSpPr>
            <a:spLocks noGrp="1" noChangeArrowheads="1"/>
            <a:extLst>
              <a:ext uri="smNativeData">
                <pr:smNativeData xmlns:pr="smNativeData" xmlns="smNativeData" val="SMDATA_15_NH3EaB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cAgAAOgXAADQLwAAsCIAABAAAAAmAAAACAAAAAGAAAAAAAAA"/>
              </a:ext>
            </a:extLst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 lang="en-us" cap="none">
                <a:solidFill>
                  <a:srgbClr val="8C8C8C"/>
                </a:solidFill>
              </a:defRPr>
            </a:lvl1pPr>
            <a:lvl2pPr marL="457200" indent="0" algn="ctr">
              <a:buNone/>
              <a:defRPr lang="en-us" cap="none">
                <a:solidFill>
                  <a:srgbClr val="8C8C8C"/>
                </a:solidFill>
              </a:defRPr>
            </a:lvl2pPr>
            <a:lvl3pPr marL="914400" indent="0" algn="ctr">
              <a:buNone/>
              <a:defRPr lang="en-us" cap="none">
                <a:solidFill>
                  <a:srgbClr val="8C8C8C"/>
                </a:solidFill>
              </a:defRPr>
            </a:lvl3pPr>
            <a:lvl4pPr marL="1371600" indent="0" algn="ctr">
              <a:buNone/>
              <a:defRPr lang="en-us" cap="none">
                <a:solidFill>
                  <a:srgbClr val="8C8C8C"/>
                </a:solidFill>
              </a:defRPr>
            </a:lvl4pPr>
            <a:lvl5pPr marL="1828800" indent="0" algn="ctr">
              <a:buNone/>
              <a:defRPr lang="en-us" cap="none">
                <a:solidFill>
                  <a:srgbClr val="8C8C8C"/>
                </a:solidFill>
              </a:defRPr>
            </a:lvl5pPr>
            <a:lvl6pPr marL="2286000" indent="0" algn="ctr">
              <a:buNone/>
              <a:defRPr lang="en-us" cap="none">
                <a:solidFill>
                  <a:srgbClr val="8C8C8C"/>
                </a:solidFill>
              </a:defRPr>
            </a:lvl6pPr>
            <a:lvl7pPr marL="2743200" indent="0" algn="ctr">
              <a:buNone/>
              <a:defRPr lang="en-us" cap="none">
                <a:solidFill>
                  <a:srgbClr val="8C8C8C"/>
                </a:solidFill>
              </a:defRPr>
            </a:lvl7pPr>
            <a:lvl8pPr marL="3200400" indent="0" algn="ctr">
              <a:buNone/>
              <a:defRPr lang="en-us" cap="none">
                <a:solidFill>
                  <a:srgbClr val="8C8C8C"/>
                </a:solidFill>
              </a:defRPr>
            </a:lvl8pPr>
            <a:lvl9pPr marL="3657600" indent="0" algn="ctr">
              <a:buNone/>
              <a:defRPr lang="en-us" cap="none">
                <a:solidFill>
                  <a:srgbClr val="8C8C8C"/>
                </a:solidFill>
              </a:defRPr>
            </a:lvl9pPr>
          </a:lstStyle>
          <a:p>
            <a:pPr>
              <a:defRPr lang="en-us"/>
            </a:pPr>
            <a:r>
              <a:t>Click to edit Master subtitle style</a:t>
            </a:r>
          </a:p>
        </p:txBody>
      </p:sp>
      <p:sp>
        <p:nvSpPr>
          <p:cNvPr id="4" name="Date Placeholder 3"/>
          <p:cNvSpPr>
            <a:spLocks noGrp="1" noChangeArrowheads="1"/>
            <a:extLst>
              <a:ext uri="smNativeData">
                <pr:smNativeData xmlns:pr="smNativeData" xmlns="smNativeData" val="SMDATA_15_NH3EaB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BonAADwDwAAWSkAABAAAAAmAAAACAAAAAAAAAAAAAAA"/>
              </a:ext>
            </a:extLst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en-us"/>
            </a:pPr>
            <a:fld id="{3E83249A-D4D3-D6D2-9D3B-22876A756B77}" type="datetime1">
              <a:t>8/1/2011</a:t>
            </a:fld>
          </a:p>
        </p:txBody>
      </p:sp>
      <p:sp>
        <p:nvSpPr>
          <p:cNvPr id="5" name="Footer Placeholder 4"/>
          <p:cNvSpPr>
            <a:spLocks noGrp="1" noChangeArrowheads="1"/>
            <a:extLst>
              <a:ext uri="smNativeData">
                <pr:smNativeData xmlns:pr="smNativeData" xmlns="smNativeData" val="SMDATA_15_NH3EaB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BMAABonAAAIJ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en-us"/>
            </a:pPr>
          </a:p>
        </p:txBody>
      </p:sp>
      <p:sp>
        <p:nvSpPr>
          <p:cNvPr id="6" name="Slide Number Placeholder 5"/>
          <p:cNvSpPr>
            <a:spLocks noGrp="1" noChangeArrowheads="1"/>
            <a:extLst>
              <a:ext uri="smNativeData">
                <pr:smNativeData xmlns:pr="smNativeData" xmlns="smNativeData" val="SMDATA_15_NH3EaB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UCgAABonAABwNQ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en-us"/>
            </a:pPr>
            <a:fld id="{3E830EE5-ABD3-D6F8-9D3B-5DAD40756B08}" type="slidenum">
              <a:t>‹#›</a:t>
            </a:fld>
          </a:p>
        </p:txBody>
      </p:sp>
    </p:spTree>
  </p:cSld>
  <p:clrMapOvr>
    <a:masterClrMapping/>
  </p:clrMapOvr>
  <p:hf hdr="0" ftr="0"/>
</p:sldLayout>
</file>

<file path=ppt/slideLayouts/slideLayout2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:pr="smNativeData" xmlns="smNativeData" val="SMDATA_15_NH3EaB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LEBAABwNQAAuQg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>
              <a:defRPr lang="en-us"/>
            </a:pPr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 noChangeArrowheads="1"/>
            <a:extLst>
              <a:ext uri="smNativeData">
                <pr:smNativeData xmlns:pr="smNativeData" xmlns="smNativeData" val="SMDATA_15_NH3EaB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NgJAABwNQAAsCUAABAAAAAmAAAACAAAAAAAAAAAAAAA"/>
              </a:ext>
            </a:extLst>
          </p:cNvSpPr>
          <p:nvPr>
            <p:ph idx="1"/>
          </p:nvPr>
        </p:nvSpPr>
        <p:spPr/>
        <p:txBody>
          <a:bodyPr/>
          <a:lstStyle/>
          <a:p>
            <a:pPr>
              <a:defRPr lang="en-us"/>
            </a:pPr>
            <a:r>
              <a:t>Click to edit Master text styles</a:t>
            </a:r>
          </a:p>
          <a:p>
            <a:pPr lvl="1">
              <a:defRPr lang="en-us"/>
            </a:pPr>
            <a:r>
              <a:t>Second level</a:t>
            </a:r>
          </a:p>
          <a:p>
            <a:pPr lvl="2">
              <a:defRPr lang="en-us"/>
            </a:pPr>
            <a:r>
              <a:t>Third level</a:t>
            </a:r>
          </a:p>
          <a:p>
            <a:pPr lvl="3">
              <a:defRPr lang="en-us"/>
            </a:pPr>
            <a:r>
              <a:t>Fourth level</a:t>
            </a:r>
          </a:p>
          <a:p>
            <a:pPr lvl="4">
              <a:defRPr lang="en-us"/>
            </a:pPr>
            <a:r>
              <a:t>Fifth level</a:t>
            </a:r>
          </a:p>
        </p:txBody>
      </p:sp>
      <p:sp>
        <p:nvSpPr>
          <p:cNvPr id="4" name="Date Placeholder 3"/>
          <p:cNvSpPr>
            <a:spLocks noGrp="1" noChangeArrowheads="1"/>
            <a:extLst>
              <a:ext uri="smNativeData">
                <pr:smNativeData xmlns:pr="smNativeData" xmlns="smNativeData" val="SMDATA_15_NH3EaB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BonAADwDwAAWSkAABAAAAAmAAAACAAAAAAAAAAAAAAA"/>
              </a:ext>
            </a:extLst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en-us"/>
            </a:pPr>
            <a:fld id="{3E834E5B-15D3-D6B8-9D3B-E3ED00756BB6}" type="datetime1">
              <a:t>8/1/2011</a:t>
            </a:fld>
          </a:p>
        </p:txBody>
      </p:sp>
      <p:sp>
        <p:nvSpPr>
          <p:cNvPr id="5" name="Footer Placeholder 4"/>
          <p:cNvSpPr>
            <a:spLocks noGrp="1" noChangeArrowheads="1"/>
            <a:extLst>
              <a:ext uri="smNativeData">
                <pr:smNativeData xmlns:pr="smNativeData" xmlns="smNativeData" val="SMDATA_15_NH3EaB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BMAABonAAAIJ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en-us"/>
            </a:pPr>
          </a:p>
        </p:txBody>
      </p:sp>
      <p:sp>
        <p:nvSpPr>
          <p:cNvPr id="6" name="Slide Number Placeholder 5"/>
          <p:cNvSpPr>
            <a:spLocks noGrp="1" noChangeArrowheads="1"/>
            <a:extLst>
              <a:ext uri="smNativeData">
                <pr:smNativeData xmlns:pr="smNativeData" xmlns="smNativeData" val="SMDATA_15_NH3EaB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UCgAABonAABwNQ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en-us"/>
            </a:pPr>
            <a:fld id="{3E833197-D9D3-D6C7-9D3B-2F927F756B7A}" type="slidenum">
              <a:t>‹#›</a:t>
            </a:fld>
          </a:p>
        </p:txBody>
      </p:sp>
    </p:spTree>
  </p:cSld>
  <p:clrMapOvr>
    <a:masterClrMapping/>
  </p:clrMapOvr>
  <p:hf hdr="0" ftr="0"/>
</p:sldLayout>
</file>

<file path=ppt/slideLayouts/slideLayout3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:pr="smNativeData" xmlns="smNativeData" val="SMDATA_15_NH3EaB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cgQAABwbAABCNAAAfSMAABAAAAAmAAAACAAAAIGAAAAAAAAA"/>
              </a:ext>
            </a:extLst>
          </p:cNvSpPr>
          <p:nvPr>
            <p:ph type="title"/>
          </p:nvPr>
        </p:nvSpPr>
        <p:spPr>
          <a:xfrm>
            <a:off x="722630" y="4406900"/>
            <a:ext cx="7772400" cy="1362075"/>
          </a:xfr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algn="l">
              <a:defRPr lang="en-us" sz="4000" b="1" cap="all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  <a:lvl6pPr>
              <a:defRPr lang="en-us"/>
            </a:lvl6pPr>
            <a:lvl7pPr>
              <a:defRPr lang="en-us"/>
            </a:lvl7pPr>
            <a:lvl8pPr>
              <a:defRPr lang="en-us"/>
            </a:lvl8pPr>
            <a:lvl9pPr>
              <a:defRPr lang="en-us"/>
            </a:lvl9pPr>
          </a:lstStyle>
          <a:p>
            <a:pPr>
              <a:defRPr lang="en-us"/>
            </a:pPr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 noChangeArrowheads="1"/>
            <a:extLst>
              <a:ext uri="smNativeData">
                <pr:smNativeData xmlns:pr="smNativeData" xmlns="smNativeData" val="SMDATA_15_NH3EaBMAAAAlAAAAZAAAAA0AAAAAkAAAAEgAAACQAAAASAAAAAAAAAAC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cgQAAOIRAABCNAAAHBsAABAAAAAmAAAACAAAAIGAAAAAAAAA"/>
              </a:ext>
            </a:extLst>
          </p:cNvSpPr>
          <p:nvPr>
            <p:ph idx="1"/>
          </p:nvPr>
        </p:nvSpPr>
        <p:spPr>
          <a:xfrm>
            <a:off x="722630" y="2907030"/>
            <a:ext cx="7772400" cy="1499870"/>
          </a:xfrm>
        </p:spPr>
        <p:txBody>
          <a:bodyPr vert="horz" wrap="square" lIns="91440" tIns="45720" rIns="91440" bIns="45720" numCol="1" spcCol="215900" anchor="b">
            <a:prstTxWarp prst="textNoShape">
              <a:avLst/>
            </a:prstTxWarp>
          </a:bodyPr>
          <a:lstStyle>
            <a:lvl1pPr marL="0" indent="0">
              <a:buNone/>
              <a:defRPr lang="en-us" sz="2000" cap="none">
                <a:solidFill>
                  <a:srgbClr val="8C8C8C"/>
                </a:solidFill>
              </a:defRPr>
            </a:lvl1pPr>
            <a:lvl2pPr marL="457200" indent="0">
              <a:buNone/>
              <a:defRPr lang="en-us" sz="1800" cap="none">
                <a:solidFill>
                  <a:srgbClr val="8C8C8C"/>
                </a:solidFill>
              </a:defRPr>
            </a:lvl2pPr>
            <a:lvl3pPr marL="914400" indent="0">
              <a:buNone/>
              <a:defRPr lang="en-us" sz="1600" cap="none">
                <a:solidFill>
                  <a:srgbClr val="8C8C8C"/>
                </a:solidFill>
              </a:defRPr>
            </a:lvl3pPr>
            <a:lvl4pPr marL="1371600" indent="0">
              <a:buNone/>
              <a:defRPr lang="en-us" sz="1400" cap="none">
                <a:solidFill>
                  <a:srgbClr val="8C8C8C"/>
                </a:solidFill>
              </a:defRPr>
            </a:lvl4pPr>
            <a:lvl5pPr marL="1828800" indent="0">
              <a:buNone/>
              <a:defRPr lang="en-us" sz="1400" cap="none">
                <a:solidFill>
                  <a:srgbClr val="8C8C8C"/>
                </a:solidFill>
              </a:defRPr>
            </a:lvl5pPr>
            <a:lvl6pPr marL="2286000" indent="0">
              <a:buNone/>
              <a:defRPr lang="en-us" sz="1400" cap="none">
                <a:solidFill>
                  <a:srgbClr val="8C8C8C"/>
                </a:solidFill>
              </a:defRPr>
            </a:lvl6pPr>
            <a:lvl7pPr marL="2743200" indent="0">
              <a:buNone/>
              <a:defRPr lang="en-us" sz="1400" cap="none">
                <a:solidFill>
                  <a:srgbClr val="8C8C8C"/>
                </a:solidFill>
              </a:defRPr>
            </a:lvl7pPr>
            <a:lvl8pPr marL="3200400" indent="0">
              <a:buNone/>
              <a:defRPr lang="en-us" sz="1400" cap="none">
                <a:solidFill>
                  <a:srgbClr val="8C8C8C"/>
                </a:solidFill>
              </a:defRPr>
            </a:lvl8pPr>
            <a:lvl9pPr marL="3657600" indent="0">
              <a:buNone/>
              <a:defRPr lang="en-us" sz="1400" cap="none">
                <a:solidFill>
                  <a:srgbClr val="8C8C8C"/>
                </a:solidFill>
              </a:defRPr>
            </a:lvl9pPr>
          </a:lstStyle>
          <a:p>
            <a:pPr>
              <a:defRPr lang="en-us"/>
            </a:pPr>
            <a:r>
              <a:t>Click to edit Master text styles</a:t>
            </a:r>
          </a:p>
        </p:txBody>
      </p:sp>
      <p:sp>
        <p:nvSpPr>
          <p:cNvPr id="4" name="Date Placeholder 3"/>
          <p:cNvSpPr>
            <a:spLocks noGrp="1" noChangeArrowheads="1"/>
            <a:extLst>
              <a:ext uri="smNativeData">
                <pr:smNativeData xmlns:pr="smNativeData" xmlns="smNativeData" val="SMDATA_15_NH3EaB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BonAADwDwAAWSkAABAAAAAmAAAACAAAAAAAAAAAAAAA"/>
              </a:ext>
            </a:extLst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en-us"/>
            </a:pPr>
            <a:fld id="{3E830CDB-95D3-D6FA-9D3B-63AF42756B36}" type="datetime1">
              <a:t>8/1/2011</a:t>
            </a:fld>
          </a:p>
        </p:txBody>
      </p:sp>
      <p:sp>
        <p:nvSpPr>
          <p:cNvPr id="5" name="Footer Placeholder 4"/>
          <p:cNvSpPr>
            <a:spLocks noGrp="1" noChangeArrowheads="1"/>
            <a:extLst>
              <a:ext uri="smNativeData">
                <pr:smNativeData xmlns:pr="smNativeData" xmlns="smNativeData" val="SMDATA_15_NH3EaB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BMAABonAAAIJ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en-us"/>
            </a:pPr>
          </a:p>
        </p:txBody>
      </p:sp>
      <p:sp>
        <p:nvSpPr>
          <p:cNvPr id="6" name="Slide Number Placeholder 5"/>
          <p:cNvSpPr>
            <a:spLocks noGrp="1" noChangeArrowheads="1"/>
            <a:extLst>
              <a:ext uri="smNativeData">
                <pr:smNativeData xmlns:pr="smNativeData" xmlns="smNativeData" val="SMDATA_15_NH3EaB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UCgAABonAABwNQ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en-us"/>
            </a:pPr>
            <a:fld id="{3E8356B5-FBD3-D6A0-9D3B-0DF518756B58}" type="slidenum">
              <a:t>‹#›</a:t>
            </a:fld>
          </a:p>
        </p:txBody>
      </p:sp>
    </p:spTree>
  </p:cSld>
  <p:clrMapOvr>
    <a:masterClrMapping/>
  </p:clrMapOvr>
  <p:hf hdr="0" ftr="0"/>
</p:sldLayout>
</file>

<file path=ppt/slideLayouts/slideLayout4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:pr="smNativeData" xmlns="smNativeData" val="SMDATA_15_NH3EaB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LEBAABwNQAAuQg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>
              <a:defRPr lang="en-us"/>
            </a:pPr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 noChangeArrowheads="1"/>
            <a:extLst>
              <a:ext uri="smNativeData">
                <pr:smNativeData xmlns:pr="smNativeData" xmlns="smNativeData" val="SMDATA_15_NH3EaB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NgJAACoGwAAsCUAABAAAAAmAAAACAAAAAGAAAAAAAAA"/>
              </a:ext>
            </a:extLst>
          </p:cNvSpPr>
          <p:nvPr>
            <p:ph idx="1"/>
          </p:nvPr>
        </p:nvSpPr>
        <p:spPr>
          <a:xfrm>
            <a:off x="457200" y="1600200"/>
            <a:ext cx="4038600" cy="4526280"/>
          </a:xfrm>
        </p:spPr>
        <p:txBody>
          <a:bodyPr/>
          <a:lstStyle>
            <a:lvl1pPr>
              <a:defRPr lang="en-us" sz="2800" cap="none"/>
            </a:lvl1pPr>
            <a:lvl2pPr>
              <a:defRPr lang="en-us" sz="2400" cap="none"/>
            </a:lvl2pPr>
            <a:lvl3pPr>
              <a:defRPr lang="en-us" sz="2000" cap="none"/>
            </a:lvl3pPr>
            <a:lvl4pPr>
              <a:defRPr lang="en-us" sz="1800" cap="none"/>
            </a:lvl4pPr>
            <a:lvl5pPr>
              <a:defRPr lang="en-us" sz="1800" cap="none"/>
            </a:lvl5pPr>
            <a:lvl6pPr>
              <a:defRPr lang="en-us" sz="1800" cap="none"/>
            </a:lvl6pPr>
            <a:lvl7pPr>
              <a:defRPr lang="en-us" sz="1800" cap="none"/>
            </a:lvl7pPr>
            <a:lvl8pPr>
              <a:defRPr lang="en-us" sz="1800" cap="none"/>
            </a:lvl8pPr>
            <a:lvl9pPr>
              <a:defRPr lang="en-us" sz="1800" cap="none"/>
            </a:lvl9pPr>
          </a:lstStyle>
          <a:p>
            <a:pPr>
              <a:defRPr lang="en-us"/>
            </a:pPr>
            <a:r>
              <a:t>Click to edit Master text styles</a:t>
            </a:r>
          </a:p>
          <a:p>
            <a:pPr lvl="1">
              <a:defRPr lang="en-us"/>
            </a:pPr>
            <a:r>
              <a:t>Second level</a:t>
            </a:r>
          </a:p>
          <a:p>
            <a:pPr lvl="2">
              <a:defRPr lang="en-us"/>
            </a:pPr>
            <a:r>
              <a:t>Third level</a:t>
            </a:r>
          </a:p>
          <a:p>
            <a:pPr lvl="3">
              <a:defRPr lang="en-us"/>
            </a:pPr>
            <a:r>
              <a:t>Fourth level</a:t>
            </a:r>
          </a:p>
          <a:p>
            <a:pPr lvl="4">
              <a:defRPr lang="en-us"/>
            </a:pPr>
            <a:r>
              <a:t>Fifth level</a:t>
            </a:r>
          </a:p>
        </p:txBody>
      </p:sp>
      <p:sp>
        <p:nvSpPr>
          <p:cNvPr id="4" name="Content Placeholder 3"/>
          <p:cNvSpPr>
            <a:spLocks noGrp="1" noChangeArrowheads="1"/>
            <a:extLst>
              <a:ext uri="smNativeData">
                <pr:smNativeData xmlns:pr="smNativeData" xmlns="smNativeData" val="SMDATA_15_NH3EaB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mBwAANgJAABwNQAAsCUAABAAAAAmAAAACAAAAAGAAAAAAAAA"/>
              </a:ext>
            </a:extLst>
          </p:cNvSpPr>
          <p:nvPr>
            <p:ph idx="2"/>
          </p:nvPr>
        </p:nvSpPr>
        <p:spPr>
          <a:xfrm>
            <a:off x="4648200" y="1600200"/>
            <a:ext cx="4038600" cy="4526280"/>
          </a:xfrm>
        </p:spPr>
        <p:txBody>
          <a:bodyPr/>
          <a:lstStyle>
            <a:lvl1pPr>
              <a:defRPr lang="en-us" sz="2800" cap="none"/>
            </a:lvl1pPr>
            <a:lvl2pPr>
              <a:defRPr lang="en-us" sz="2400" cap="none"/>
            </a:lvl2pPr>
            <a:lvl3pPr>
              <a:defRPr lang="en-us" sz="2000" cap="none"/>
            </a:lvl3pPr>
            <a:lvl4pPr>
              <a:defRPr lang="en-us" sz="1800" cap="none"/>
            </a:lvl4pPr>
            <a:lvl5pPr>
              <a:defRPr lang="en-us" sz="1800" cap="none"/>
            </a:lvl5pPr>
            <a:lvl6pPr>
              <a:defRPr lang="en-us" sz="1800" cap="none"/>
            </a:lvl6pPr>
            <a:lvl7pPr>
              <a:defRPr lang="en-us" sz="1800" cap="none"/>
            </a:lvl7pPr>
            <a:lvl8pPr>
              <a:defRPr lang="en-us" sz="1800" cap="none"/>
            </a:lvl8pPr>
            <a:lvl9pPr>
              <a:defRPr lang="en-us" sz="1800" cap="none"/>
            </a:lvl9pPr>
          </a:lstStyle>
          <a:p>
            <a:pPr>
              <a:defRPr lang="en-us"/>
            </a:pPr>
            <a:r>
              <a:t>Click to edit Master text styles</a:t>
            </a:r>
          </a:p>
          <a:p>
            <a:pPr lvl="1">
              <a:defRPr lang="en-us"/>
            </a:pPr>
            <a:r>
              <a:t>Second level</a:t>
            </a:r>
          </a:p>
          <a:p>
            <a:pPr lvl="2">
              <a:defRPr lang="en-us"/>
            </a:pPr>
            <a:r>
              <a:t>Third level</a:t>
            </a:r>
          </a:p>
          <a:p>
            <a:pPr lvl="3">
              <a:defRPr lang="en-us"/>
            </a:pPr>
            <a:r>
              <a:t>Fourth level</a:t>
            </a:r>
          </a:p>
          <a:p>
            <a:pPr lvl="4">
              <a:defRPr lang="en-us"/>
            </a:pPr>
            <a:r>
              <a:t>Fifth level</a:t>
            </a:r>
          </a:p>
        </p:txBody>
      </p:sp>
      <p:sp>
        <p:nvSpPr>
          <p:cNvPr id="5" name="Date Placeholder 4"/>
          <p:cNvSpPr>
            <a:spLocks noGrp="1" noChangeArrowheads="1"/>
            <a:extLst>
              <a:ext uri="smNativeData">
                <pr:smNativeData xmlns:pr="smNativeData" xmlns="smNativeData" val="SMDATA_15_NH3EaB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BonAADwDwAAWSkAABAAAAAmAAAACAAAAAAAAAAAAAAA"/>
              </a:ext>
            </a:extLst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en-us"/>
            </a:pPr>
            <a:fld id="{3E835605-4BD3-D6A0-9D3B-BDF518756BE8}" type="datetime1">
              <a:t>8/1/2011</a:t>
            </a:fld>
          </a:p>
        </p:txBody>
      </p:sp>
      <p:sp>
        <p:nvSpPr>
          <p:cNvPr id="6" name="Footer Placeholder 5"/>
          <p:cNvSpPr>
            <a:spLocks noGrp="1" noChangeArrowheads="1"/>
            <a:extLst>
              <a:ext uri="smNativeData">
                <pr:smNativeData xmlns:pr="smNativeData" xmlns="smNativeData" val="SMDATA_15_NH3EaB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BMAABonAAAIJ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en-us"/>
            </a:pPr>
          </a:p>
        </p:txBody>
      </p:sp>
      <p:sp>
        <p:nvSpPr>
          <p:cNvPr id="7" name="Slide Number Placeholder 6"/>
          <p:cNvSpPr>
            <a:spLocks noGrp="1" noChangeArrowheads="1"/>
            <a:extLst>
              <a:ext uri="smNativeData">
                <pr:smNativeData xmlns:pr="smNativeData" xmlns="smNativeData" val="SMDATA_15_NH3EaB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UCgAABonAABwNQ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en-us"/>
            </a:pPr>
            <a:fld id="{3E835A8A-C4D3-D6AC-9D3B-32F914756B67}" type="slidenum">
              <a:t>‹#›</a:t>
            </a:fld>
          </a:p>
        </p:txBody>
      </p:sp>
    </p:spTree>
  </p:cSld>
  <p:clrMapOvr>
    <a:masterClrMapping/>
  </p:clrMapOvr>
  <p:hf hdr="0" ftr="0"/>
</p:sldLayout>
</file>

<file path=ppt/slideLayouts/slideLayout5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:pr="smNativeData" xmlns="smNativeData" val="SMDATA_15_NH3EaB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LEBAABwNQAAuQg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>
              <a:defRPr lang="en-us"/>
            </a:pPr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 noChangeArrowheads="1"/>
            <a:extLst>
              <a:ext uri="smNativeData">
                <pr:smNativeData xmlns:pr="smNativeData" xmlns="smNativeData" val="SMDATA_15_NH3EaBMAAAAlAAAAZAAAAA0AAAAAkAAAAEgAAACQAAAASAAAAAAAAAAC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HIJAACrGwAAYQ0AABAAAAAmAAAACAAAAIGAAAAAAAAA"/>
              </a:ext>
            </a:extLst>
          </p:cNvSpPr>
          <p:nvPr>
            <p:ph idx="1"/>
          </p:nvPr>
        </p:nvSpPr>
        <p:spPr>
          <a:xfrm>
            <a:off x="457200" y="1535430"/>
            <a:ext cx="4040505" cy="639445"/>
          </a:xfrm>
        </p:spPr>
        <p:txBody>
          <a:bodyPr vert="horz" wrap="square" lIns="91440" tIns="45720" rIns="91440" bIns="45720" numCol="1" spcCol="215900" anchor="b">
            <a:prstTxWarp prst="textNoShape">
              <a:avLst/>
            </a:prstTxWarp>
          </a:bodyPr>
          <a:lstStyle>
            <a:lvl1pPr marL="0" indent="0">
              <a:buNone/>
              <a:defRPr lang="en-us" sz="2400" b="1" cap="none"/>
            </a:lvl1pPr>
            <a:lvl2pPr marL="457200" indent="0">
              <a:buNone/>
              <a:defRPr lang="en-us" sz="2000" b="1" cap="none"/>
            </a:lvl2pPr>
            <a:lvl3pPr marL="914400" indent="0">
              <a:buNone/>
              <a:defRPr lang="en-us" sz="1800" b="1" cap="none"/>
            </a:lvl3pPr>
            <a:lvl4pPr marL="1371600" indent="0">
              <a:buNone/>
              <a:defRPr lang="en-us" sz="1600" b="1" cap="none"/>
            </a:lvl4pPr>
            <a:lvl5pPr marL="1828800" indent="0">
              <a:buNone/>
              <a:defRPr lang="en-us" sz="1600" b="1" cap="none"/>
            </a:lvl5pPr>
            <a:lvl6pPr marL="2286000" indent="0">
              <a:buNone/>
              <a:defRPr lang="en-us" sz="1600" b="1" cap="none"/>
            </a:lvl6pPr>
            <a:lvl7pPr marL="2743200" indent="0">
              <a:buNone/>
              <a:defRPr lang="en-us" sz="1600" b="1" cap="none"/>
            </a:lvl7pPr>
            <a:lvl8pPr marL="3200400" indent="0">
              <a:buNone/>
              <a:defRPr lang="en-us" sz="1600" b="1" cap="none"/>
            </a:lvl8pPr>
            <a:lvl9pPr marL="3657600" indent="0">
              <a:buNone/>
              <a:defRPr lang="en-us" sz="1600" b="1" cap="none"/>
            </a:lvl9pPr>
          </a:lstStyle>
          <a:p>
            <a:pPr>
              <a:defRPr lang="en-us"/>
            </a:pPr>
            <a:r>
              <a:t>Click to edit Master text styles</a:t>
            </a:r>
          </a:p>
        </p:txBody>
      </p:sp>
      <p:sp>
        <p:nvSpPr>
          <p:cNvPr id="4" name="Content Placeholder 3"/>
          <p:cNvSpPr>
            <a:spLocks noGrp="1" noChangeArrowheads="1"/>
            <a:extLst>
              <a:ext uri="smNativeData">
                <pr:smNativeData xmlns:pr="smNativeData" xmlns="smNativeData" val="SMDATA_15_NH3EaB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GENAACrGwAAsCUAABAAAAAmAAAACAAAAAGAAAAAAAAA"/>
              </a:ext>
            </a:extLst>
          </p:cNvSpPr>
          <p:nvPr>
            <p:ph idx="2"/>
          </p:nvPr>
        </p:nvSpPr>
        <p:spPr>
          <a:xfrm>
            <a:off x="457200" y="2174875"/>
            <a:ext cx="4040505" cy="3951605"/>
          </a:xfrm>
        </p:spPr>
        <p:txBody>
          <a:bodyPr/>
          <a:lstStyle>
            <a:lvl1pPr>
              <a:defRPr lang="en-us" sz="2400" cap="none"/>
            </a:lvl1pPr>
            <a:lvl2pPr>
              <a:defRPr lang="en-us" sz="2000" cap="none"/>
            </a:lvl2pPr>
            <a:lvl3pPr>
              <a:defRPr lang="en-us" sz="1800" cap="none"/>
            </a:lvl3pPr>
            <a:lvl4pPr>
              <a:defRPr lang="en-us" sz="1600" cap="none"/>
            </a:lvl4pPr>
            <a:lvl5pPr>
              <a:defRPr lang="en-us" sz="1600" cap="none"/>
            </a:lvl5pPr>
            <a:lvl6pPr>
              <a:defRPr lang="en-us" sz="1600" cap="none"/>
            </a:lvl6pPr>
            <a:lvl7pPr>
              <a:defRPr lang="en-us" sz="1600" cap="none"/>
            </a:lvl7pPr>
            <a:lvl8pPr>
              <a:defRPr lang="en-us" sz="1600" cap="none"/>
            </a:lvl8pPr>
            <a:lvl9pPr>
              <a:defRPr lang="en-us" sz="1600" cap="none"/>
            </a:lvl9pPr>
          </a:lstStyle>
          <a:p>
            <a:pPr>
              <a:defRPr lang="en-us"/>
            </a:pPr>
            <a:r>
              <a:t>Click to edit Master text styles</a:t>
            </a:r>
          </a:p>
          <a:p>
            <a:pPr lvl="1">
              <a:defRPr lang="en-us"/>
            </a:pPr>
            <a:r>
              <a:t>Second level</a:t>
            </a:r>
          </a:p>
          <a:p>
            <a:pPr lvl="2">
              <a:defRPr lang="en-us"/>
            </a:pPr>
            <a:r>
              <a:t>Third level</a:t>
            </a:r>
          </a:p>
          <a:p>
            <a:pPr lvl="3">
              <a:defRPr lang="en-us"/>
            </a:pPr>
            <a:r>
              <a:t>Fourth level</a:t>
            </a:r>
          </a:p>
          <a:p>
            <a:pPr lvl="4">
              <a:defRPr lang="en-us"/>
            </a:pPr>
            <a:r>
              <a:t>Fifth level</a:t>
            </a:r>
          </a:p>
        </p:txBody>
      </p:sp>
      <p:sp>
        <p:nvSpPr>
          <p:cNvPr id="5" name="Text Placeholder 4"/>
          <p:cNvSpPr>
            <a:spLocks noGrp="1" noChangeArrowheads="1"/>
            <a:extLst>
              <a:ext uri="smNativeData">
                <pr:smNativeData xmlns:pr="smNativeData" xmlns="smNativeData" val="SMDATA_15_NH3EaBMAAAAlAAAAZAAAAA0AAAAAkAAAAEgAAACQAAAASAAAAAAAAAAC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kxwAAHIJAABwNQAAYQ0AABAAAAAmAAAACAAAAIGAAAAAAAAA"/>
              </a:ext>
            </a:extLst>
          </p:cNvSpPr>
          <p:nvPr>
            <p:ph idx="3"/>
          </p:nvPr>
        </p:nvSpPr>
        <p:spPr>
          <a:xfrm>
            <a:off x="4645025" y="1535430"/>
            <a:ext cx="4041775" cy="639445"/>
          </a:xfrm>
        </p:spPr>
        <p:txBody>
          <a:bodyPr vert="horz" wrap="square" lIns="91440" tIns="45720" rIns="91440" bIns="45720" numCol="1" spcCol="215900" anchor="b">
            <a:prstTxWarp prst="textNoShape">
              <a:avLst/>
            </a:prstTxWarp>
          </a:bodyPr>
          <a:lstStyle>
            <a:lvl1pPr marL="0" indent="0">
              <a:buNone/>
              <a:defRPr lang="en-us" sz="2400" b="1" cap="none"/>
            </a:lvl1pPr>
            <a:lvl2pPr marL="457200" indent="0">
              <a:buNone/>
              <a:defRPr lang="en-us" sz="2000" b="1" cap="none"/>
            </a:lvl2pPr>
            <a:lvl3pPr marL="914400" indent="0">
              <a:buNone/>
              <a:defRPr lang="en-us" sz="1800" b="1" cap="none"/>
            </a:lvl3pPr>
            <a:lvl4pPr marL="1371600" indent="0">
              <a:buNone/>
              <a:defRPr lang="en-us" sz="1600" b="1" cap="none"/>
            </a:lvl4pPr>
            <a:lvl5pPr marL="1828800" indent="0">
              <a:buNone/>
              <a:defRPr lang="en-us" sz="1600" b="1" cap="none"/>
            </a:lvl5pPr>
            <a:lvl6pPr marL="2286000" indent="0">
              <a:buNone/>
              <a:defRPr lang="en-us" sz="1600" b="1" cap="none"/>
            </a:lvl6pPr>
            <a:lvl7pPr marL="2743200" indent="0">
              <a:buNone/>
              <a:defRPr lang="en-us" sz="1600" b="1" cap="none"/>
            </a:lvl7pPr>
            <a:lvl8pPr marL="3200400" indent="0">
              <a:buNone/>
              <a:defRPr lang="en-us" sz="1600" b="1" cap="none"/>
            </a:lvl8pPr>
            <a:lvl9pPr marL="3657600" indent="0">
              <a:buNone/>
              <a:defRPr lang="en-us" sz="1600" b="1" cap="none"/>
            </a:lvl9pPr>
          </a:lstStyle>
          <a:p>
            <a:pPr>
              <a:defRPr lang="en-us"/>
            </a:pPr>
            <a:r>
              <a:t>Click to edit Master text styles</a:t>
            </a:r>
          </a:p>
        </p:txBody>
      </p:sp>
      <p:sp>
        <p:nvSpPr>
          <p:cNvPr id="6" name="Content Placeholder 5"/>
          <p:cNvSpPr>
            <a:spLocks noGrp="1" noChangeArrowheads="1"/>
            <a:extLst>
              <a:ext uri="smNativeData">
                <pr:smNativeData xmlns:pr="smNativeData" xmlns="smNativeData" val="SMDATA_15_NH3EaB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kxwAAGENAABwNQAAsCUAABAAAAAmAAAACAAAAAGAAAAAAAAA"/>
              </a:ext>
            </a:extLst>
          </p:cNvSpPr>
          <p:nvPr>
            <p:ph idx="4"/>
          </p:nvPr>
        </p:nvSpPr>
        <p:spPr>
          <a:xfrm>
            <a:off x="4645025" y="2174875"/>
            <a:ext cx="4041775" cy="3951605"/>
          </a:xfrm>
        </p:spPr>
        <p:txBody>
          <a:bodyPr/>
          <a:lstStyle>
            <a:lvl1pPr>
              <a:defRPr lang="en-us" sz="2400" cap="none"/>
            </a:lvl1pPr>
            <a:lvl2pPr>
              <a:defRPr lang="en-us" sz="2000" cap="none"/>
            </a:lvl2pPr>
            <a:lvl3pPr>
              <a:defRPr lang="en-us" sz="1800" cap="none"/>
            </a:lvl3pPr>
            <a:lvl4pPr>
              <a:defRPr lang="en-us" sz="1600" cap="none"/>
            </a:lvl4pPr>
            <a:lvl5pPr>
              <a:defRPr lang="en-us" sz="1600" cap="none"/>
            </a:lvl5pPr>
            <a:lvl6pPr>
              <a:defRPr lang="en-us" sz="1600" cap="none"/>
            </a:lvl6pPr>
            <a:lvl7pPr>
              <a:defRPr lang="en-us" sz="1600" cap="none"/>
            </a:lvl7pPr>
            <a:lvl8pPr>
              <a:defRPr lang="en-us" sz="1600" cap="none"/>
            </a:lvl8pPr>
            <a:lvl9pPr>
              <a:defRPr lang="en-us" sz="1600" cap="none"/>
            </a:lvl9pPr>
          </a:lstStyle>
          <a:p>
            <a:pPr>
              <a:defRPr lang="en-us"/>
            </a:pPr>
            <a:r>
              <a:t>Click to edit Master text styles</a:t>
            </a:r>
          </a:p>
          <a:p>
            <a:pPr lvl="1">
              <a:defRPr lang="en-us"/>
            </a:pPr>
            <a:r>
              <a:t>Second level</a:t>
            </a:r>
          </a:p>
          <a:p>
            <a:pPr lvl="2">
              <a:defRPr lang="en-us"/>
            </a:pPr>
            <a:r>
              <a:t>Third level</a:t>
            </a:r>
          </a:p>
          <a:p>
            <a:pPr lvl="3">
              <a:defRPr lang="en-us"/>
            </a:pPr>
            <a:r>
              <a:t>Fourth level</a:t>
            </a:r>
          </a:p>
          <a:p>
            <a:pPr lvl="4">
              <a:defRPr lang="en-us"/>
            </a:pPr>
            <a:r>
              <a:t>Fifth level</a:t>
            </a:r>
          </a:p>
        </p:txBody>
      </p:sp>
      <p:sp>
        <p:nvSpPr>
          <p:cNvPr id="7" name="Date Placeholder 6"/>
          <p:cNvSpPr>
            <a:spLocks noGrp="1" noChangeArrowheads="1"/>
            <a:extLst>
              <a:ext uri="smNativeData">
                <pr:smNativeData xmlns:pr="smNativeData" xmlns="smNativeData" val="SMDATA_15_NH3EaB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BonAADwDwAAWSkAABAAAAAmAAAACAAAAAAAAAAAAAAA"/>
              </a:ext>
            </a:extLst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en-us"/>
            </a:pPr>
            <a:fld id="{3E83465F-11D3-D6B0-9D3B-E7E508756BB2}" type="datetime1">
              <a:t>8/1/2011</a:t>
            </a:fld>
          </a:p>
        </p:txBody>
      </p:sp>
      <p:sp>
        <p:nvSpPr>
          <p:cNvPr id="8" name="Footer Placeholder 7"/>
          <p:cNvSpPr>
            <a:spLocks noGrp="1" noChangeArrowheads="1"/>
            <a:extLst>
              <a:ext uri="smNativeData">
                <pr:smNativeData xmlns:pr="smNativeData" xmlns="smNativeData" val="SMDATA_15_NH3EaB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D0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BMAABonAAAIJ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en-us"/>
            </a:pPr>
          </a:p>
        </p:txBody>
      </p:sp>
      <p:sp>
        <p:nvSpPr>
          <p:cNvPr id="9" name="Slide Number Placeholder 8"/>
          <p:cNvSpPr>
            <a:spLocks noGrp="1" noChangeArrowheads="1"/>
            <a:extLst>
              <a:ext uri="smNativeData">
                <pr:smNativeData xmlns:pr="smNativeData" xmlns="smNativeData" val="SMDATA_15_NH3EaB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UCgAABonAABwNQ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en-us"/>
            </a:pPr>
            <a:fld id="{3E836583-CDD3-D693-9D3B-3BC62B756B6E}" type="slidenum">
              <a:t>‹#›</a:t>
            </a:fld>
          </a:p>
        </p:txBody>
      </p:sp>
    </p:spTree>
  </p:cSld>
  <p:clrMapOvr>
    <a:masterClrMapping/>
  </p:clrMapOvr>
  <p:hf hdr="0" ftr="0"/>
</p:sldLayout>
</file>

<file path=ppt/slideLayouts/slideLayout6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:pr="smNativeData" xmlns="smNativeData" val="SMDATA_15_NH3EaB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LEBAABwNQAAuQg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>
              <a:defRPr lang="en-us"/>
            </a:pPr>
            <a:r>
              <a:t>Click to edit Master title style</a:t>
            </a:r>
          </a:p>
        </p:txBody>
      </p:sp>
      <p:sp>
        <p:nvSpPr>
          <p:cNvPr id="3" name="Date Placeholder 2"/>
          <p:cNvSpPr>
            <a:spLocks noGrp="1" noChangeArrowheads="1"/>
            <a:extLst>
              <a:ext uri="smNativeData">
                <pr:smNativeData xmlns:pr="smNativeData" xmlns="smNativeData" val="SMDATA_15_NH3EaB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D0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BonAADwDwAAWSkAABAAAAAmAAAACAAAAAAAAAAAAAAA"/>
              </a:ext>
            </a:extLst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en-us"/>
            </a:pPr>
            <a:fld id="{3E834152-1CD3-D6B7-9D3B-EAE20F756BBF}" type="datetime1">
              <a:t>8/1/2011</a:t>
            </a:fld>
          </a:p>
        </p:txBody>
      </p:sp>
      <p:sp>
        <p:nvSpPr>
          <p:cNvPr id="4" name="Footer Placeholder 3"/>
          <p:cNvSpPr>
            <a:spLocks noGrp="1" noChangeArrowheads="1"/>
            <a:extLst>
              <a:ext uri="smNativeData">
                <pr:smNativeData xmlns:pr="smNativeData" xmlns="smNativeData" val="SMDATA_15_NH3EaB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BMAABonAAAIJ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en-us"/>
            </a:pPr>
          </a:p>
        </p:txBody>
      </p:sp>
      <p:sp>
        <p:nvSpPr>
          <p:cNvPr id="5" name="Slide Number Placeholder 4"/>
          <p:cNvSpPr>
            <a:spLocks noGrp="1" noChangeArrowheads="1"/>
            <a:extLst>
              <a:ext uri="smNativeData">
                <pr:smNativeData xmlns:pr="smNativeData" xmlns="smNativeData" val="SMDATA_15_NH3EaB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UCgAABonAABwNQ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en-us"/>
            </a:pPr>
            <a:fld id="{3E833237-79D3-D6C4-9D3B-8F917C756BDA}" type="slidenum">
              <a:t>‹#›</a:t>
            </a:fld>
          </a:p>
        </p:txBody>
      </p:sp>
    </p:spTree>
  </p:cSld>
  <p:clrMapOvr>
    <a:masterClrMapping/>
  </p:clrMapOvr>
  <p:hf hdr="0" ftr="0"/>
</p:sldLayout>
</file>

<file path=ppt/slideLayouts/slideLayout7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 noChangeArrowheads="1"/>
            <a:extLst>
              <a:ext uri="smNativeData">
                <pr:smNativeData xmlns:pr="smNativeData" xmlns="smNativeData" val="SMDATA_15_NH3EaB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BonAADwDwAAWSkAABAAAAAmAAAACAAAAAAAAAAAAAAA"/>
              </a:ext>
            </a:extLst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en-us"/>
            </a:pPr>
            <a:fld id="{3E835459-17D3-D6A2-9D3B-E1F71A756BB4}" type="datetime1">
              <a:t/>
            </a:fld>
          </a:p>
        </p:txBody>
      </p:sp>
      <p:sp>
        <p:nvSpPr>
          <p:cNvPr id="3" name="Footer Placeholder 2"/>
          <p:cNvSpPr>
            <a:spLocks noGrp="1" noChangeArrowheads="1"/>
            <a:extLst>
              <a:ext uri="smNativeData">
                <pr:smNativeData xmlns:pr="smNativeData" xmlns="smNativeData" val="SMDATA_15_NH3EaB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BMAABonAAAIJ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en-us"/>
            </a:pPr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xmlns="smNativeData" val="SMDATA_15_NH3EaB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UCgAABonAABwNQ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en-us"/>
            </a:pPr>
            <a:fld id="{3E830066-28D3-D6F6-9D3B-DEA34E756B8B}" type="slidenum">
              <a:t/>
            </a:fld>
          </a:p>
        </p:txBody>
      </p:sp>
    </p:spTree>
  </p:cSld>
  <p:clrMapOvr>
    <a:masterClrMapping/>
  </p:clrMapOvr>
  <p:hf hdr="0" ftr="0"/>
</p:sldLayout>
</file>

<file path=ppt/slideLayouts/slideLayout8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:pr="smNativeData" xmlns="smNativeData" val="SMDATA_15_NH3EaBMAAAAlAAAAZAAAAA0AAAAAkAAAAEgAAACQAAAASAAAAAAAAAAC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K4BAABSFQAA1AgAABAAAAAmAAAACAAAAIGAAAAAAAAA"/>
              </a:ext>
            </a:extLst>
          </p:cNvSpPr>
          <p:nvPr>
            <p:ph type="title"/>
          </p:nvPr>
        </p:nvSpPr>
        <p:spPr>
          <a:xfrm>
            <a:off x="457200" y="273050"/>
            <a:ext cx="3008630" cy="1162050"/>
          </a:xfrm>
        </p:spPr>
        <p:txBody>
          <a:bodyPr vert="horz" wrap="square" lIns="91440" tIns="45720" rIns="91440" bIns="45720" numCol="1" spcCol="215900" anchor="b">
            <a:prstTxWarp prst="textNoShape">
              <a:avLst/>
            </a:prstTxWarp>
          </a:bodyPr>
          <a:lstStyle>
            <a:lvl1pPr algn="l">
              <a:defRPr lang="en-us" sz="2000" b="1" cap="none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  <a:lvl6pPr>
              <a:defRPr lang="en-us"/>
            </a:lvl6pPr>
            <a:lvl7pPr>
              <a:defRPr lang="en-us"/>
            </a:lvl7pPr>
            <a:lvl8pPr>
              <a:defRPr lang="en-us"/>
            </a:lvl8pPr>
            <a:lvl9pPr>
              <a:defRPr lang="en-us"/>
            </a:lvl9pPr>
          </a:lstStyle>
          <a:p>
            <a:pPr>
              <a:defRPr lang="en-us"/>
            </a:pPr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 noChangeArrowheads="1"/>
            <a:extLst>
              <a:ext uri="smNativeData">
                <pr:smNativeData xmlns:pr="smNativeData" xmlns="smNativeData" val="SMDATA_15_NH3EaB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/hUAAK4BAABwNQAAsCUAABAAAAAmAAAACAAAAAGAAAAAAAAA"/>
              </a:ext>
            </a:extLst>
          </p:cNvSpPr>
          <p:nvPr>
            <p:ph idx="1"/>
          </p:nvPr>
        </p:nvSpPr>
        <p:spPr>
          <a:xfrm>
            <a:off x="3575050" y="273050"/>
            <a:ext cx="5111750" cy="5853430"/>
          </a:xfrm>
        </p:spPr>
        <p:txBody>
          <a:bodyPr/>
          <a:lstStyle>
            <a:lvl1pPr>
              <a:defRPr lang="en-us" sz="3200" cap="none"/>
            </a:lvl1pPr>
            <a:lvl2pPr>
              <a:defRPr lang="en-us" sz="2800" cap="none"/>
            </a:lvl2pPr>
            <a:lvl3pPr>
              <a:defRPr lang="en-us" sz="2400" cap="none"/>
            </a:lvl3pPr>
            <a:lvl4pPr>
              <a:defRPr lang="en-us" sz="2000" cap="none"/>
            </a:lvl4pPr>
            <a:lvl5pPr>
              <a:defRPr lang="en-us" sz="2000" cap="none"/>
            </a:lvl5pPr>
            <a:lvl6pPr>
              <a:defRPr lang="en-us" sz="2000" cap="none"/>
            </a:lvl6pPr>
            <a:lvl7pPr>
              <a:defRPr lang="en-us" sz="2000" cap="none"/>
            </a:lvl7pPr>
            <a:lvl8pPr>
              <a:defRPr lang="en-us" sz="2000" cap="none"/>
            </a:lvl8pPr>
            <a:lvl9pPr>
              <a:defRPr lang="en-us" sz="2000" cap="none"/>
            </a:lvl9pPr>
          </a:lstStyle>
          <a:p>
            <a:pPr>
              <a:defRPr lang="en-us"/>
            </a:pPr>
            <a:r>
              <a:t>Click to edit Master text styles</a:t>
            </a:r>
          </a:p>
          <a:p>
            <a:pPr lvl="1">
              <a:defRPr lang="en-us"/>
            </a:pPr>
            <a:r>
              <a:t>Second level</a:t>
            </a:r>
          </a:p>
          <a:p>
            <a:pPr lvl="2">
              <a:defRPr lang="en-us"/>
            </a:pPr>
            <a:r>
              <a:t>Third level</a:t>
            </a:r>
          </a:p>
          <a:p>
            <a:pPr lvl="3">
              <a:defRPr lang="en-us"/>
            </a:pPr>
            <a:r>
              <a:t>Fourth level</a:t>
            </a:r>
          </a:p>
          <a:p>
            <a:pPr lvl="4">
              <a:defRPr lang="en-us"/>
            </a:pPr>
            <a:r>
              <a:t>Fifth level</a:t>
            </a:r>
          </a:p>
        </p:txBody>
      </p:sp>
      <p:sp>
        <p:nvSpPr>
          <p:cNvPr id="4" name="Text Placeholder 3"/>
          <p:cNvSpPr>
            <a:spLocks noGrp="1" noChangeArrowheads="1"/>
            <a:extLst>
              <a:ext uri="smNativeData">
                <pr:smNativeData xmlns:pr="smNativeData" xmlns="smNativeData" val="SMDATA_15_NH3EaB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NQIAABSFQAAsCUAABAAAAAmAAAACAAAAAGAAAAAAAAA"/>
              </a:ext>
            </a:extLst>
          </p:cNvSpPr>
          <p:nvPr>
            <p:ph idx="2"/>
          </p:nvPr>
        </p:nvSpPr>
        <p:spPr>
          <a:xfrm>
            <a:off x="457200" y="1435100"/>
            <a:ext cx="3008630" cy="4691380"/>
          </a:xfrm>
        </p:spPr>
        <p:txBody>
          <a:bodyPr/>
          <a:lstStyle>
            <a:lvl1pPr marL="0" indent="0">
              <a:buNone/>
              <a:defRPr lang="en-us" sz="1400" cap="none"/>
            </a:lvl1pPr>
            <a:lvl2pPr marL="457200" indent="0">
              <a:buNone/>
              <a:defRPr lang="en-us" sz="1200" cap="none"/>
            </a:lvl2pPr>
            <a:lvl3pPr marL="914400" indent="0">
              <a:buNone/>
              <a:defRPr lang="en-us" sz="1000" cap="none"/>
            </a:lvl3pPr>
            <a:lvl4pPr marL="1371600" indent="0">
              <a:buNone/>
              <a:defRPr lang="en-us" sz="900" cap="none"/>
            </a:lvl4pPr>
            <a:lvl5pPr marL="1828800" indent="0">
              <a:buNone/>
              <a:defRPr lang="en-us" sz="900" cap="none"/>
            </a:lvl5pPr>
            <a:lvl6pPr marL="2286000" indent="0">
              <a:buNone/>
              <a:defRPr lang="en-us" sz="900" cap="none"/>
            </a:lvl6pPr>
            <a:lvl7pPr marL="2743200" indent="0">
              <a:buNone/>
              <a:defRPr lang="en-us" sz="900" cap="none"/>
            </a:lvl7pPr>
            <a:lvl8pPr marL="3200400" indent="0">
              <a:buNone/>
              <a:defRPr lang="en-us" sz="900" cap="none"/>
            </a:lvl8pPr>
            <a:lvl9pPr marL="3657600" indent="0">
              <a:buNone/>
              <a:defRPr lang="en-us" sz="900" cap="none"/>
            </a:lvl9pPr>
          </a:lstStyle>
          <a:p>
            <a:pPr>
              <a:defRPr lang="en-us"/>
            </a:pPr>
            <a:r>
              <a:t>Click to edit Master text styles</a:t>
            </a:r>
          </a:p>
        </p:txBody>
      </p:sp>
      <p:sp>
        <p:nvSpPr>
          <p:cNvPr id="5" name="Date Placeholder 4"/>
          <p:cNvSpPr>
            <a:spLocks noGrp="1" noChangeArrowheads="1"/>
            <a:extLst>
              <a:ext uri="smNativeData">
                <pr:smNativeData xmlns:pr="smNativeData" xmlns="smNativeData" val="SMDATA_15_NH3EaB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BonAADwDwAAWSkAABAAAAAmAAAACAAAAAAAAAAAAAAA"/>
              </a:ext>
            </a:extLst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en-us"/>
            </a:pPr>
            <a:fld id="{3E83142B-65D3-D6E2-9D3B-93B75A756BC6}" type="datetime1">
              <a:t>8/1/2011</a:t>
            </a:fld>
          </a:p>
        </p:txBody>
      </p:sp>
      <p:sp>
        <p:nvSpPr>
          <p:cNvPr id="6" name="Footer Placeholder 5"/>
          <p:cNvSpPr>
            <a:spLocks noGrp="1" noChangeArrowheads="1"/>
            <a:extLst>
              <a:ext uri="smNativeData">
                <pr:smNativeData xmlns:pr="smNativeData" xmlns="smNativeData" val="SMDATA_15_NH3EaB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BMAABonAAAIJ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en-us"/>
            </a:pPr>
          </a:p>
        </p:txBody>
      </p:sp>
      <p:sp>
        <p:nvSpPr>
          <p:cNvPr id="7" name="Slide Number Placeholder 6"/>
          <p:cNvSpPr>
            <a:spLocks noGrp="1" noChangeArrowheads="1"/>
            <a:extLst>
              <a:ext uri="smNativeData">
                <pr:smNativeData xmlns:pr="smNativeData" xmlns="smNativeData" val="SMDATA_15_NH3EaB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UCgAABonAABwNQ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en-us"/>
            </a:pPr>
            <a:fld id="{3E83205C-12D3-D6D6-9D3B-E4836E756BB1}" type="slidenum">
              <a:t>‹#›</a:t>
            </a:fld>
          </a:p>
        </p:txBody>
      </p:sp>
    </p:spTree>
  </p:cSld>
  <p:clrMapOvr>
    <a:masterClrMapping/>
  </p:clrMapOvr>
  <p:hf hdr="0" ftr="0"/>
</p:sldLayout>
</file>

<file path=ppt/slideLayouts/slideLayout9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:pr="smNativeData" xmlns="smNativeData" val="SMDATA_15_NH3EaBMAAAAlAAAAZAAAAA0AAAAAkAAAAEgAAACQAAAASAAAAAAAAAAC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BwsAAIgdAADHLAAABSEAABAAAAAmAAAACAAAAIGAAAAAAAAA"/>
              </a:ext>
            </a:extLst>
          </p:cNvSpPr>
          <p:nvPr>
            <p:ph type="title"/>
          </p:nvPr>
        </p:nvSpPr>
        <p:spPr>
          <a:xfrm>
            <a:off x="1792605" y="4800600"/>
            <a:ext cx="5486400" cy="567055"/>
          </a:xfrm>
        </p:spPr>
        <p:txBody>
          <a:bodyPr vert="horz" wrap="square" lIns="91440" tIns="45720" rIns="91440" bIns="45720" numCol="1" spcCol="215900" anchor="b">
            <a:prstTxWarp prst="textNoShape">
              <a:avLst/>
            </a:prstTxWarp>
          </a:bodyPr>
          <a:lstStyle>
            <a:lvl1pPr algn="l">
              <a:defRPr lang="en-us" sz="2000" b="1" cap="none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  <a:lvl6pPr>
              <a:defRPr lang="en-us"/>
            </a:lvl6pPr>
            <a:lvl7pPr>
              <a:defRPr lang="en-us"/>
            </a:lvl7pPr>
            <a:lvl8pPr>
              <a:defRPr lang="en-us"/>
            </a:lvl8pPr>
            <a:lvl9pPr>
              <a:defRPr lang="en-us"/>
            </a:lvl9pPr>
          </a:lstStyle>
          <a:p>
            <a:pPr>
              <a:defRPr lang="en-us"/>
            </a:pPr>
            <a:r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rrowheads="1"/>
            <a:extLst>
              <a:ext uri="smNativeData">
                <pr:smNativeData xmlns:pr="smNativeData" xmlns="smNativeData" val="SMDATA_15_NH3EaB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BwsAAMUDAADHLAAAFR0AABAAAAAmAAAACAAAAAGAAAAAAAAA"/>
              </a:ext>
            </a:extLst>
          </p:cNvSpPr>
          <p:nvPr>
            <p:ph type="pic" idx="1"/>
          </p:nvPr>
        </p:nvSpPr>
        <p:spPr>
          <a:xfrm>
            <a:off x="1792605" y="612775"/>
            <a:ext cx="5486400" cy="4114800"/>
          </a:xfrm>
        </p:spPr>
        <p:txBody>
          <a:bodyPr/>
          <a:lstStyle>
            <a:lvl1pPr marL="0" indent="0">
              <a:buNone/>
              <a:defRPr lang="en-us" sz="3200" cap="none"/>
            </a:lvl1pPr>
            <a:lvl2pPr marL="457200" indent="0">
              <a:buNone/>
              <a:defRPr lang="en-us" sz="2800" cap="none"/>
            </a:lvl2pPr>
            <a:lvl3pPr marL="914400" indent="0">
              <a:buNone/>
              <a:defRPr lang="en-us" sz="2400" cap="none"/>
            </a:lvl3pPr>
            <a:lvl4pPr marL="1371600" indent="0">
              <a:buNone/>
              <a:defRPr lang="en-us" sz="2000" cap="none"/>
            </a:lvl4pPr>
            <a:lvl5pPr marL="1828800" indent="0">
              <a:buNone/>
              <a:defRPr lang="en-us" sz="2000" cap="none"/>
            </a:lvl5pPr>
            <a:lvl6pPr marL="2286000" indent="0">
              <a:buNone/>
              <a:defRPr lang="en-us" sz="2000" cap="none"/>
            </a:lvl6pPr>
            <a:lvl7pPr marL="2743200" indent="0">
              <a:buNone/>
              <a:defRPr lang="en-us" sz="2000" cap="none"/>
            </a:lvl7pPr>
            <a:lvl8pPr marL="3200400" indent="0">
              <a:buNone/>
              <a:defRPr lang="en-us" sz="2000" cap="none"/>
            </a:lvl8pPr>
            <a:lvl9pPr marL="3657600" indent="0">
              <a:buNone/>
              <a:defRPr lang="en-us" sz="2000" cap="none"/>
            </a:lvl9pPr>
          </a:lstStyle>
          <a:p>
            <a:pPr>
              <a:defRPr lang="en-us"/>
            </a:pPr>
          </a:p>
        </p:txBody>
      </p:sp>
      <p:sp>
        <p:nvSpPr>
          <p:cNvPr id="4" name="Text Placeholder 3"/>
          <p:cNvSpPr>
            <a:spLocks noGrp="1" noChangeArrowheads="1"/>
            <a:extLst>
              <a:ext uri="smNativeData">
                <pr:smNativeData xmlns:pr="smNativeData" xmlns="smNativeData" val="SMDATA_15_NH3EaB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BwsAAAUhAADHLAAA+CUAABAAAAAmAAAACAAAAAGAAAAAAAAA"/>
              </a:ext>
            </a:extLst>
          </p:cNvSpPr>
          <p:nvPr>
            <p:ph idx="2"/>
          </p:nvPr>
        </p:nvSpPr>
        <p:spPr>
          <a:xfrm>
            <a:off x="1792605" y="5367655"/>
            <a:ext cx="5486400" cy="804545"/>
          </a:xfrm>
        </p:spPr>
        <p:txBody>
          <a:bodyPr/>
          <a:lstStyle>
            <a:lvl1pPr marL="0" indent="0">
              <a:buNone/>
              <a:defRPr lang="en-us" sz="1400" cap="none"/>
            </a:lvl1pPr>
            <a:lvl2pPr marL="457200" indent="0">
              <a:buNone/>
              <a:defRPr lang="en-us" sz="1200" cap="none"/>
            </a:lvl2pPr>
            <a:lvl3pPr marL="914400" indent="0">
              <a:buNone/>
              <a:defRPr lang="en-us" sz="1000" cap="none"/>
            </a:lvl3pPr>
            <a:lvl4pPr marL="1371600" indent="0">
              <a:buNone/>
              <a:defRPr lang="en-us" sz="900" cap="none"/>
            </a:lvl4pPr>
            <a:lvl5pPr marL="1828800" indent="0">
              <a:buNone/>
              <a:defRPr lang="en-us" sz="900" cap="none"/>
            </a:lvl5pPr>
            <a:lvl6pPr marL="2286000" indent="0">
              <a:buNone/>
              <a:defRPr lang="en-us" sz="900" cap="none"/>
            </a:lvl6pPr>
            <a:lvl7pPr marL="2743200" indent="0">
              <a:buNone/>
              <a:defRPr lang="en-us" sz="900" cap="none"/>
            </a:lvl7pPr>
            <a:lvl8pPr marL="3200400" indent="0">
              <a:buNone/>
              <a:defRPr lang="en-us" sz="900" cap="none"/>
            </a:lvl8pPr>
            <a:lvl9pPr marL="3657600" indent="0">
              <a:buNone/>
              <a:defRPr lang="en-us" sz="900" cap="none"/>
            </a:lvl9pPr>
          </a:lstStyle>
          <a:p>
            <a:pPr>
              <a:defRPr lang="en-us"/>
            </a:pPr>
            <a:r>
              <a:t>Click to edit Master text styles</a:t>
            </a:r>
          </a:p>
        </p:txBody>
      </p:sp>
      <p:sp>
        <p:nvSpPr>
          <p:cNvPr id="5" name="Date Placeholder 4"/>
          <p:cNvSpPr>
            <a:spLocks noGrp="1" noChangeArrowheads="1"/>
            <a:extLst>
              <a:ext uri="smNativeData">
                <pr:smNativeData xmlns:pr="smNativeData" xmlns="smNativeData" val="SMDATA_15_NH3EaB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BonAADwDwAAWSkAABAAAAAmAAAACAAAAAAAAAAAAAAA"/>
              </a:ext>
            </a:extLst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en-us"/>
            </a:pPr>
            <a:fld id="{3E8377A2-ECD3-D681-9D3B-1AD439756B4F}" type="datetime1">
              <a:t>8/1/2011</a:t>
            </a:fld>
          </a:p>
        </p:txBody>
      </p:sp>
      <p:sp>
        <p:nvSpPr>
          <p:cNvPr id="6" name="Footer Placeholder 5"/>
          <p:cNvSpPr>
            <a:spLocks noGrp="1" noChangeArrowheads="1"/>
            <a:extLst>
              <a:ext uri="smNativeData">
                <pr:smNativeData xmlns:pr="smNativeData" xmlns="smNativeData" val="SMDATA_15_NH3EaB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BMAABonAAAIJ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en-us"/>
            </a:pPr>
          </a:p>
        </p:txBody>
      </p:sp>
      <p:sp>
        <p:nvSpPr>
          <p:cNvPr id="7" name="Slide Number Placeholder 6"/>
          <p:cNvSpPr>
            <a:spLocks noGrp="1" noChangeArrowheads="1"/>
            <a:extLst>
              <a:ext uri="smNativeData">
                <pr:smNativeData xmlns:pr="smNativeData" xmlns="smNativeData" val="SMDATA_15_NH3EaB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UCgAABonAABwNQ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en-us"/>
            </a:pPr>
            <a:fld id="{3E832A05-4BD3-D6DC-9D3B-BD8964756BE8}" type="slidenum">
              <a:t>‹#›</a:t>
            </a:fld>
          </a:p>
        </p:txBody>
      </p:sp>
    </p:spTree>
  </p:cSld>
  <p:clrMapOvr>
    <a:masterClrMapping/>
  </p:clrMapOvr>
  <p:hf hdr="0" ftr="0"/>
</p:sldLayout>
</file>

<file path=ppt/slideLayouts/slideLayout10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:pr="smNativeData" xmlns="smNativeData" val="SMDATA_15_NH3EaB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LEBAABwNQAAuQg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>
              <a:defRPr lang="en-us"/>
            </a:pPr>
            <a:r>
              <a:t>Click to edit Master title style</a:t>
            </a:r>
          </a:p>
        </p:txBody>
      </p:sp>
      <p:sp>
        <p:nvSpPr>
          <p:cNvPr id="3" name="Vertical Text Placeholder 2"/>
          <p:cNvSpPr>
            <a:spLocks noGrp="1" noChangeArrowheads="1"/>
            <a:extLst>
              <a:ext uri="smNativeData">
                <pr:smNativeData xmlns:pr="smNativeData" xmlns="smNativeData" val="SMDATA_15_NH3EaBMAAAAlAAAAZAAAAA0AAAAAkAAAAEgAAACQAAAASAAAAAAAAAAAAAAAAQ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NgJAABwNQAAsCUAABAAAAAmAAAACAAAAAIAAAAAAAAA"/>
              </a:ext>
            </a:extLst>
          </p:cNvSpPr>
          <p:nvPr>
            <p:ph idx="1"/>
          </p:nvPr>
        </p:nvSpPr>
        <p:spPr/>
        <p:txBody>
          <a:bodyPr vert="vert" wrap="square" lIns="91440" tIns="45720" rIns="91440" bIns="45720" numCol="1" spcCol="215900" anchor="t">
            <a:prstTxWarp prst="textNoShape">
              <a:avLst/>
            </a:prstTxWarp>
          </a:bodyPr>
          <a:lstStyle/>
          <a:p>
            <a:pPr>
              <a:defRPr lang="en-us"/>
            </a:pPr>
            <a:r>
              <a:t>Click to edit Master text styles</a:t>
            </a:r>
          </a:p>
          <a:p>
            <a:pPr lvl="1">
              <a:defRPr lang="en-us"/>
            </a:pPr>
            <a:r>
              <a:t>Second level</a:t>
            </a:r>
          </a:p>
          <a:p>
            <a:pPr lvl="2">
              <a:defRPr lang="en-us"/>
            </a:pPr>
            <a:r>
              <a:t>Third level</a:t>
            </a:r>
          </a:p>
          <a:p>
            <a:pPr lvl="3">
              <a:defRPr lang="en-us"/>
            </a:pPr>
            <a:r>
              <a:t>Fourth level</a:t>
            </a:r>
          </a:p>
          <a:p>
            <a:pPr lvl="4">
              <a:defRPr lang="en-us"/>
            </a:pPr>
            <a:r>
              <a:t>Fifth level</a:t>
            </a:r>
          </a:p>
        </p:txBody>
      </p:sp>
      <p:sp>
        <p:nvSpPr>
          <p:cNvPr id="4" name="Date Placeholder 3"/>
          <p:cNvSpPr>
            <a:spLocks noGrp="1" noChangeArrowheads="1"/>
            <a:extLst>
              <a:ext uri="smNativeData">
                <pr:smNativeData xmlns:pr="smNativeData" xmlns="smNativeData" val="SMDATA_15_NH3EaB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BonAADwDwAAWSkAABAAAAAmAAAACAAAAAAAAAAAAAAA"/>
              </a:ext>
            </a:extLst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en-us"/>
            </a:pPr>
            <a:fld id="{3E830398-D6D3-D6F5-9D3B-20A04D756B75}" type="datetime1">
              <a:t>8/1/2011</a:t>
            </a:fld>
          </a:p>
        </p:txBody>
      </p:sp>
      <p:sp>
        <p:nvSpPr>
          <p:cNvPr id="5" name="Footer Placeholder 4"/>
          <p:cNvSpPr>
            <a:spLocks noGrp="1" noChangeArrowheads="1"/>
            <a:extLst>
              <a:ext uri="smNativeData">
                <pr:smNativeData xmlns:pr="smNativeData" xmlns="smNativeData" val="SMDATA_15_NH3EaB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BMAABonAAAIJ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en-us"/>
            </a:pPr>
          </a:p>
        </p:txBody>
      </p:sp>
      <p:sp>
        <p:nvSpPr>
          <p:cNvPr id="6" name="Slide Number Placeholder 5"/>
          <p:cNvSpPr>
            <a:spLocks noGrp="1" noChangeArrowheads="1"/>
            <a:extLst>
              <a:ext uri="smNativeData">
                <pr:smNativeData xmlns:pr="smNativeData" xmlns="smNativeData" val="SMDATA_15_NH3EaB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UCgAABonAABwNQ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en-us"/>
            </a:pPr>
            <a:fld id="{3E835CFD-B3D3-D6AA-9D3B-45FF12756B10}" type="slidenum">
              <a:t>‹#›</a:t>
            </a:fld>
          </a:p>
        </p:txBody>
      </p:sp>
    </p:spTree>
  </p:cSld>
  <p:clrMapOvr>
    <a:masterClrMapping/>
  </p:clrMapOvr>
  <p:hf hdr="0" ftr="0"/>
</p:sldLayout>
</file>

<file path=ppt/slideLayouts/slideLayout11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 noChangeArrowheads="1"/>
            <a:extLst>
              <a:ext uri="smNativeData">
                <pr:smNativeData xmlns:pr="smNativeData" xmlns="smNativeData" val="SMDATA_15_NH3EaBMAAAAlAAAAZAAAAA0AAAAAkAAAAEgAAACQAAAASAAAAAAAAAABAAAAAQ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yCgAALEBAABwNQAAsCUAABAAAAAmAAAACAAAAAMAAAAAAAAA"/>
              </a:ext>
            </a:extLst>
          </p:cNvSpPr>
          <p:nvPr>
            <p:ph type="title"/>
          </p:nvPr>
        </p:nvSpPr>
        <p:spPr>
          <a:xfrm>
            <a:off x="6629400" y="274955"/>
            <a:ext cx="2057400" cy="5851525"/>
          </a:xfrm>
        </p:spPr>
        <p:txBody>
          <a:bodyPr vert="vert" wrap="square" lIns="91440" tIns="45720" rIns="91440" bIns="45720" numCol="1" spcCol="215900" anchor="ctr">
            <a:prstTxWarp prst="textNoShape">
              <a:avLst/>
            </a:prstTxWarp>
          </a:bodyPr>
          <a:lstStyle/>
          <a:p>
            <a:pPr>
              <a:defRPr lang="en-us"/>
            </a:pPr>
            <a:r>
              <a:t>Click to edit Master title style</a:t>
            </a:r>
          </a:p>
        </p:txBody>
      </p:sp>
      <p:sp>
        <p:nvSpPr>
          <p:cNvPr id="3" name="Vertical Text Placeholder 2"/>
          <p:cNvSpPr>
            <a:spLocks noGrp="1" noChangeArrowheads="1"/>
            <a:extLst>
              <a:ext uri="smNativeData">
                <pr:smNativeData xmlns:pr="smNativeData" xmlns="smNativeData" val="SMDATA_15_NH3EaBMAAAAlAAAAZAAAAA0AAAAAkAAAAEgAAACQAAAASAAAAAAAAAAAAAAAAQ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LEBAADYJwAAsCUAABAAAAAmAAAACAAAAAMAAAAAAAAA"/>
              </a:ext>
            </a:extLst>
          </p:cNvSpPr>
          <p:nvPr>
            <p:ph idx="1"/>
          </p:nvPr>
        </p:nvSpPr>
        <p:spPr>
          <a:xfrm>
            <a:off x="457200" y="274955"/>
            <a:ext cx="6019800" cy="5851525"/>
          </a:xfrm>
        </p:spPr>
        <p:txBody>
          <a:bodyPr vert="vert" wrap="square" lIns="91440" tIns="45720" rIns="91440" bIns="45720" numCol="1" spcCol="215900" anchor="t">
            <a:prstTxWarp prst="textNoShape">
              <a:avLst/>
            </a:prstTxWarp>
          </a:bodyPr>
          <a:lstStyle/>
          <a:p>
            <a:pPr>
              <a:defRPr lang="en-us"/>
            </a:pPr>
            <a:r>
              <a:t>Click to edit Master text styles</a:t>
            </a:r>
          </a:p>
          <a:p>
            <a:pPr lvl="1">
              <a:defRPr lang="en-us"/>
            </a:pPr>
            <a:r>
              <a:t>Second level</a:t>
            </a:r>
          </a:p>
          <a:p>
            <a:pPr lvl="2">
              <a:defRPr lang="en-us"/>
            </a:pPr>
            <a:r>
              <a:t>Third level</a:t>
            </a:r>
          </a:p>
          <a:p>
            <a:pPr lvl="3">
              <a:defRPr lang="en-us"/>
            </a:pPr>
            <a:r>
              <a:t>Fourth level</a:t>
            </a:r>
          </a:p>
          <a:p>
            <a:pPr lvl="4">
              <a:defRPr lang="en-us"/>
            </a:pPr>
            <a:r>
              <a:t>Fifth level</a:t>
            </a:r>
          </a:p>
        </p:txBody>
      </p:sp>
      <p:sp>
        <p:nvSpPr>
          <p:cNvPr id="4" name="Date Placeholder 3"/>
          <p:cNvSpPr>
            <a:spLocks noGrp="1" noChangeArrowheads="1"/>
            <a:extLst>
              <a:ext uri="smNativeData">
                <pr:smNativeData xmlns:pr="smNativeData" xmlns="smNativeData" val="SMDATA_15_NH3EaB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BonAADwDwAAWSkAABAAAAAmAAAACAAAAAAAAAAAAAAA"/>
              </a:ext>
            </a:extLst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en-us"/>
            </a:pPr>
            <a:fld id="{3E83107F-31D3-D6E6-9D3B-C7B35E756B92}" type="datetime1">
              <a:t>8/1/2011</a:t>
            </a:fld>
          </a:p>
        </p:txBody>
      </p:sp>
      <p:sp>
        <p:nvSpPr>
          <p:cNvPr id="5" name="Footer Placeholder 4"/>
          <p:cNvSpPr>
            <a:spLocks noGrp="1" noChangeArrowheads="1"/>
            <a:extLst>
              <a:ext uri="smNativeData">
                <pr:smNativeData xmlns:pr="smNativeData" xmlns="smNativeData" val="SMDATA_15_NH3EaB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BMAABonAAAIJ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en-us"/>
            </a:pPr>
          </a:p>
        </p:txBody>
      </p:sp>
      <p:sp>
        <p:nvSpPr>
          <p:cNvPr id="6" name="Slide Number Placeholder 5"/>
          <p:cNvSpPr>
            <a:spLocks noGrp="1" noChangeArrowheads="1"/>
            <a:extLst>
              <a:ext uri="smNativeData">
                <pr:smNativeData xmlns:pr="smNativeData" xmlns="smNativeData" val="SMDATA_15_NH3EaB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UCgAABonAABwNQ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en-us"/>
            </a:pPr>
            <a:fld id="{3E833FC8-86D3-D6C9-9D3B-709C71756B25}" type="slidenum">
              <a:t>‹#›</a:t>
            </a:fld>
          </a:p>
        </p:txBody>
      </p:sp>
    </p:spTree>
  </p:cSld>
  <p:clrMapOvr>
    <a:masterClrMapping/>
  </p:clrMapOvr>
  <p:hf hdr="0" ftr="0"/>
</p:sldLayout>
</file>

<file path=ppt/slideMasters/_rels/slideMaster1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 noChangeArrowheads="1"/>
            <a:extLst>
              <a:ext uri="smNativeData">
                <pr:smNativeData xmlns:pr="smNativeData" xmlns="smNativeData" val="SMDATA_15_NH3EaBMAAAAlAAAAZAAAAA0AAAAAkAAAAEgAAACQAAAAS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HB0L3M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0AIAALEBAABwNQAAuQgAABAAAAAmAAAACAAAAL8vAAAAAAAA"/>
              </a:ext>
            </a:extLst>
          </p:cNvSpPr>
          <p:nvPr>
            <p:ph type="title"/>
          </p:nvPr>
        </p:nvSpPr>
        <p:spPr>
          <a:xfrm>
            <a:off x="457200" y="274955"/>
            <a:ext cx="8229600" cy="1143000"/>
          </a:xfrm>
          <a:prstGeom prst="rect">
            <a:avLst/>
          </a:prstGeom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/>
          <a:p>
            <a:pPr>
              <a:defRPr lang="en-us"/>
            </a:pPr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 noChangeArrowheads="1"/>
            <a:extLst>
              <a:ext uri="smNativeData">
                <pr:smNativeData xmlns:pr="smNativeData" xmlns="smNativeData" val="SMDATA_15_NH3EaB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HB0L3M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0AIAANgJAABwNQAAsCUAABAAAAAmAAAACAAAAD8vAAAAAAAA"/>
              </a:ext>
            </a:extLst>
          </p:cNvSpPr>
          <p:nvPr>
            <p:ph type="body" idx="1"/>
          </p:nvPr>
        </p:nvSpPr>
        <p:spPr>
          <a:xfrm>
            <a:off x="457200" y="1600200"/>
            <a:ext cx="8229600" cy="4526280"/>
          </a:xfrm>
          <a:prstGeom prst="rect">
            <a:avLst/>
          </a:prstGeo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/>
          <a:p>
            <a:pPr>
              <a:defRPr lang="en-us"/>
            </a:pPr>
            <a:r>
              <a:t>Click to edit Master text styles</a:t>
            </a:r>
          </a:p>
          <a:p>
            <a:pPr lvl="1">
              <a:defRPr lang="en-us"/>
            </a:pPr>
            <a:r>
              <a:t>Second level</a:t>
            </a:r>
          </a:p>
          <a:p>
            <a:pPr lvl="2">
              <a:defRPr lang="en-us"/>
            </a:pPr>
            <a:r>
              <a:t>Third level</a:t>
            </a:r>
          </a:p>
          <a:p>
            <a:pPr lvl="3">
              <a:defRPr lang="en-us"/>
            </a:pPr>
            <a:r>
              <a:t>Fourth level</a:t>
            </a:r>
          </a:p>
          <a:p>
            <a:pPr lvl="4">
              <a:defRPr lang="en-us"/>
            </a:pPr>
            <a:r>
              <a:t>Fifth level</a:t>
            </a:r>
          </a:p>
        </p:txBody>
      </p:sp>
      <p:sp>
        <p:nvSpPr>
          <p:cNvPr id="4" name="Date Placeholder 3"/>
          <p:cNvSpPr>
            <a:spLocks noGrp="1" noChangeArrowheads="1"/>
            <a:extLst>
              <a:ext uri="smNativeData">
                <pr:smNativeData xmlns:pr="smNativeData" xmlns="smNativeData" val="SMDATA_15_NH3EaBMAAAAlAAAAZAAAAA0AAAAAkAAAAEgAAACQAAAAS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0AIAABonAADwDwAAWSkAABAAAAAmAAAACAAAAL+PAAAAAAAA"/>
              </a:ext>
            </a:extLst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>
            <a:lvl1pPr algn="l">
              <a:defRPr lang="en-us" sz="1200" cap="none">
                <a:solidFill>
                  <a:srgbClr val="8C8C8C"/>
                </a:solidFill>
              </a:defRPr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  <a:lvl6pPr>
              <a:defRPr lang="en-us"/>
            </a:lvl6pPr>
            <a:lvl7pPr>
              <a:defRPr lang="en-us"/>
            </a:lvl7pPr>
            <a:lvl8pPr>
              <a:defRPr lang="en-us"/>
            </a:lvl8pPr>
            <a:lvl9pPr>
              <a:defRPr lang="en-us"/>
            </a:lvl9pPr>
          </a:lstStyle>
          <a:p>
            <a:pPr>
              <a:defRPr lang="en-us"/>
            </a:pPr>
            <a:fld id="{3E835785-CBD3-D6A1-9D3B-3DF419756B68}" type="datetime1">
              <a:t/>
            </a:fld>
          </a:p>
        </p:txBody>
      </p:sp>
      <p:sp>
        <p:nvSpPr>
          <p:cNvPr id="5" name="Footer Placeholder 4"/>
          <p:cNvSpPr>
            <a:spLocks noGrp="1" noChangeArrowheads="1"/>
            <a:extLst>
              <a:ext uri="smNativeData">
                <pr:smNativeData xmlns:pr="smNativeData" xmlns="smNativeData" val="SMDATA_15_NH3EaBMAAAAlAAAAZAAAAA0AAAAAkAAAAEgAAACQAAAAS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OBMAABonAAAIJQAAWSkAABAAAAAmAAAACAAAAL+PAAAAAAAA"/>
              </a:ext>
            </a:extLst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>
            <a:lvl1pPr algn="ctr">
              <a:defRPr lang="en-us" sz="1200" cap="none">
                <a:solidFill>
                  <a:srgbClr val="8C8C8C"/>
                </a:solidFill>
              </a:defRPr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  <a:lvl6pPr>
              <a:defRPr lang="en-us"/>
            </a:lvl6pPr>
            <a:lvl7pPr>
              <a:defRPr lang="en-us"/>
            </a:lvl7pPr>
            <a:lvl8pPr>
              <a:defRPr lang="en-us"/>
            </a:lvl8pPr>
            <a:lvl9pPr>
              <a:defRPr lang="en-us"/>
            </a:lvl9pPr>
          </a:lstStyle>
          <a:p>
            <a:pPr>
              <a:defRPr lang="en-us"/>
            </a:pPr>
          </a:p>
        </p:txBody>
      </p:sp>
      <p:sp>
        <p:nvSpPr>
          <p:cNvPr id="6" name="Slide Number Placeholder 5"/>
          <p:cNvSpPr>
            <a:spLocks noGrp="1" noChangeArrowheads="1"/>
            <a:extLst>
              <a:ext uri="smNativeData">
                <pr:smNativeData xmlns:pr="smNativeData" xmlns="smNativeData" val="SMDATA_15_NH3EaBMAAAAlAAAAZAAAAA0AAAAAkAAAAEgAAACQAAAAS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UCgAABonAABwNQAAWSkAABAAAAAmAAAACAAAAL+PAAAAAAAA"/>
              </a:ext>
            </a:extLst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>
            <a:lvl1pPr algn="r">
              <a:defRPr lang="en-us" sz="1200" cap="none">
                <a:solidFill>
                  <a:srgbClr val="8C8C8C"/>
                </a:solidFill>
              </a:defRPr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  <a:lvl6pPr>
              <a:defRPr lang="en-us"/>
            </a:lvl6pPr>
            <a:lvl7pPr>
              <a:defRPr lang="en-us"/>
            </a:lvl7pPr>
            <a:lvl8pPr>
              <a:defRPr lang="en-us"/>
            </a:lvl8pPr>
            <a:lvl9pPr>
              <a:defRPr lang="en-us"/>
            </a:lvl9pPr>
          </a:lstStyle>
          <a:p>
            <a:pPr>
              <a:defRPr lang="en-us"/>
            </a:pPr>
            <a:fld id="{3E837D96-D8D3-D68B-9D3B-2EDE33756B7B}" type="slidenum">
              <a:t/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marL="0" marR="0" indent="0" algn="ctr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44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1pPr>
      <a:lvl2pPr marL="457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2pPr>
      <a:lvl3pPr marL="914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3pPr>
      <a:lvl4pPr marL="1371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4pPr>
      <a:lvl5pPr marL="18288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5pPr>
      <a:lvl6pPr marL="22860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6pPr>
      <a:lvl7pPr marL="2743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7pPr>
      <a:lvl8pPr marL="3200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8pPr>
      <a:lvl9pPr marL="3657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9pPr>
    </p:titleStyle>
    <p:bodyStyle>
      <a:lvl1pPr marL="342900" marR="0" indent="-3429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Arial" pitchFamily="2" charset="0"/>
        <a:buChar char="•"/>
        <a:tabLst/>
        <a:defRPr lang="en-us" sz="32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1pPr>
      <a:lvl2pPr marL="742950" marR="0" indent="-28575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Arial" pitchFamily="2" charset="0"/>
        <a:buChar char="–"/>
        <a:tabLst/>
        <a:defRPr lang="en-us" sz="2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2pPr>
      <a:lvl3pPr marL="11430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Arial" pitchFamily="2" charset="0"/>
        <a:buChar char="•"/>
        <a:tabLst/>
        <a:defRPr lang="en-us" sz="24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3pPr>
      <a:lvl4pPr marL="16002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Arial" pitchFamily="2" charset="0"/>
        <a:buChar char="–"/>
        <a:tabLst/>
        <a:defRPr lang="en-us" sz="20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4pPr>
      <a:lvl5pPr marL="20574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Arial" pitchFamily="2" charset="0"/>
        <a:buChar char="»"/>
        <a:tabLst/>
        <a:defRPr lang="en-us" sz="20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5pPr>
      <a:lvl6pPr marL="25146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Arial" pitchFamily="2" charset="0"/>
        <a:buChar char="•"/>
        <a:tabLst/>
        <a:defRPr lang="en-us" sz="20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6pPr>
      <a:lvl7pPr marL="29718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Arial" pitchFamily="2" charset="0"/>
        <a:buChar char="•"/>
        <a:tabLst/>
        <a:defRPr lang="en-us" sz="20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7pPr>
      <a:lvl8pPr marL="34290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Arial" pitchFamily="2" charset="0"/>
        <a:buChar char="•"/>
        <a:tabLst/>
        <a:defRPr lang="en-us" sz="20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8pPr>
      <a:lvl9pPr marL="38862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Arial" pitchFamily="2" charset="0"/>
        <a:buChar char="•"/>
        <a:tabLst/>
        <a:defRPr lang="en-us" sz="20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9pPr>
    </p:bodyStyle>
    <p:otherStyle>
      <a:lvl1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1pPr>
      <a:lvl2pPr marL="457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2pPr>
      <a:lvl3pPr marL="914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3pPr>
      <a:lvl4pPr marL="1371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4pPr>
      <a:lvl5pPr marL="18288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5pPr>
      <a:lvl6pPr marL="22860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6pPr>
      <a:lvl7pPr marL="2743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7pPr>
      <a:lvl8pPr marL="3200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8pPr>
      <a:lvl9pPr marL="3657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9pPr>
    </p:otherStyle>
  </p:txStyles>
</p:sldMaster>
</file>

<file path=ppt/slides/_rels/slide1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3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12.png"/></Relationships>
</file>

<file path=ppt/slides/_rels/slide4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s/_rels/slide5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/Relationships>
</file>

<file path=ppt/slides/_rels/slide6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7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8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9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10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11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Relationship Id="rId6" Type="http://schemas.openxmlformats.org/officeDocument/2006/relationships/image" Target="../media/image32.png"/></Relationships>
</file>

<file path=ppt/slides/_rels/slide12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13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14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/Relationships>
</file>

<file path=ppt/slides/_rels/slide15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image" Target="../media/image38.png"/><Relationship Id="rId4" Type="http://schemas.openxmlformats.org/officeDocument/2006/relationships/image" Target="../media/image39.png"/></Relationships>
</file>

<file path=ppt/slides/_rels/slide16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_rels/slide17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/Relationships>
</file>

<file path=ppt/slides/_rels/slide18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/Relationships>
</file>

<file path=ppt/slides/_rels/slide19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/Relationships>
</file>

<file path=ppt/slides/_rels/slide20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/Relationships>
</file>

<file path=ppt/slides/_rels/slide21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extLst>
              <a:ext uri="smNativeData">
                <pr:smNativeData xmlns:pr="smNativeData" xmlns="smNativeData" val="SMDATA_6_NH3EaBMAAAAlAAAAAQAAAA8BAAAAkAAAAEgAAACQAAAASAAAAAAAAAAAAAAAAAAAABcAAAAUAAAAAAAAAAAAAAD/fwAA/38AAAAAAAAJAAAABAAAANIAAAAfAAAAVAAAAAAAAAAAAAAAAAAAAAAAAAAAAAAAAAAAAAAAAAAAAAAAAAAAAAAAAAAAAAAAAAAAAAAAAAAAAAAAAAAAAAAAAAAAAAAAAAAAAAAAAAAAAAAAAAAAACEAAAAYAAAAFAAAAAAAAAAAAAAAgHAAAEg/AAAQAAAAJgAAAAgAAAD/////AAAAAA=="/>
              </a:ext>
            </a:extLst>
          </p:cNvGrpSpPr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sp>
          <p:nvSpPr>
            <p:cNvPr id="3" name="Freeform 3"/>
            <p:cNvSpPr>
              <a:extLst>
                <a:ext uri="smNativeData">
                  <pr:smNativeData xmlns:pr="smNativeData" xmlns="smNativeData" val="SMDATA_15_NH3EaBMAAAAlAAAACwAAAA0AAAAAAAAAAAAAAAAAlgAAYFQAAAAAAAAAAAAAAAAAAAEAAABQAAAAAAAAAAAA4D8AAAAAAADgPwAAAAAAAOA/AAAAAAAA4D8AAAAAAADgPwAAAAAAAOA/AAAAAAAA4D8AAAAAAADgPwAAAAAAAOA/AAAAAAAA4D8CAAAAjAAAAAEAAAAAAAAA9/Pw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9/PwAP///wEAAAAAAAAAAAAAAAAAAAAAAAAAAAAAAAAAAAAAAAAAAAAAAAB/f38A7uzhA8zMzADAwP8Af39/AAAAAAAAAAAAAAAAAAAAAAAAAAAAIQAAABgAAAAUAAAAAAAAAAAAAACAcAAASD8AAAAAAAAmAAAACAAAAP//////////"/>
                </a:ext>
              </a:extLst>
            </p:cNvSpPr>
            <p:nvPr/>
          </p:nvSpPr>
          <p:spPr>
            <a:xfrm>
              <a:off x="0" y="0"/>
              <a:ext cx="18288000" cy="10287000"/>
            </a:xfrm>
            <a:custGeom>
              <a:avLst/>
              <a:gdLst/>
              <a:ahLst/>
              <a:cxnLst/>
              <a:rect l="0" t="0" r="18288000" b="10287000"/>
              <a:pathLst>
                <a:path w="18288000" h="10287000">
                  <a:moveTo>
                    <a:pt x="0" y="0"/>
                  </a:moveTo>
                  <a:lnTo>
                    <a:pt x="18288000" y="0"/>
                  </a:lnTo>
                  <a:lnTo>
                    <a:pt x="18288000" y="10287000"/>
                  </a:lnTo>
                  <a:lnTo>
                    <a:pt x="0" y="10287000"/>
                  </a:lnTo>
                  <a:close/>
                </a:path>
              </a:pathLst>
            </a:custGeom>
            <a:solidFill>
              <a:srgbClr val="F7F3F0"/>
            </a:solidFill>
            <a:ln>
              <a:noFill/>
            </a:ln>
            <a:effectLst/>
          </p:spPr>
        </p:sp>
      </p:grpSp>
      <p:grpSp>
        <p:nvGrpSpPr>
          <p:cNvPr id="4" name="Group 4"/>
          <p:cNvGrpSpPr>
            <a:extLst>
              <a:ext uri="smNativeData">
                <pr:smNativeData xmlns:pr="smNativeData" xmlns="smNativeData" val="SMDATA_6_NH3EaBMAAAAlAAAAAQAAAA8BAAAAkAAAAEgAAACQAAAASAAAAAAAAAAAAAAAAAAAABcAAAAUAAAAAAAAAAAAAAD/fwAA/38AAAAAAAAJAAAABAAAAGkAAAAfAAAAVAAAAAAAAAAAAAAAAAAAAAAAAAAAAAAAAAAAAAAAAAAAAAAAAAAAAAAAAAAAAAAAAAAAAAAAAAAAAAAAAAAAAAAAAAAAAAAAAAAAAAAAAAAAAAAAAAAAACEAAAAYAAAAFAAAAAAAAAAAAAAAgHAAAEg/AAAQAAAAJgAAAAgAAAD/////AAAAAA=="/>
              </a:ext>
            </a:extLst>
          </p:cNvGrpSpPr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sp>
          <p:nvSpPr>
            <p:cNvPr id="5" name="Freeform 5"/>
            <p:cNvSpPr>
              <a:extLst>
                <a:ext uri="smNativeData">
                  <pr:smNativeData xmlns:pr="smNativeData" xmlns="smNativeData" val="SMDATA_15_NH3EaBMAAAAlAAAACwAAAA0AAAAAAAAAAAAAAAAAlgAAYFQAAAAAAAAAAAAAAAAAAAEAAABQAAAAAAAAAAAA4D8AAAAAAADgPwAAAAAAAOA/AAAAAAAA4D8AAAAAAADgPwAAAAAAAOA/AAAAAAAA4D8AAAAAAADgPwAAAAAAAOA/AAAAAAAA4D8CAAAAjAAAAAE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AAAAAAAAAACAcAAASD8AAAAAAAAmAAAACAAAAP//////////"/>
                </a:ext>
              </a:extLst>
            </p:cNvSpPr>
            <p:nvPr/>
          </p:nvSpPr>
          <p:spPr>
            <a:xfrm>
              <a:off x="0" y="0"/>
              <a:ext cx="18288000" cy="10287000"/>
            </a:xfrm>
            <a:custGeom>
              <a:avLst/>
              <a:gdLst/>
              <a:ahLst/>
              <a:cxnLst/>
              <a:rect l="0" t="0" r="18288000" b="10287000"/>
              <a:pathLst>
                <a:path w="18288000" h="10287000">
                  <a:moveTo>
                    <a:pt x="0" y="0"/>
                  </a:moveTo>
                  <a:lnTo>
                    <a:pt x="18288000" y="0"/>
                  </a:lnTo>
                  <a:lnTo>
                    <a:pt x="18288000" y="10287000"/>
                  </a:lnTo>
                  <a:lnTo>
                    <a:pt x="0" y="102870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</p:sp>
      </p:grpSp>
      <p:grpSp>
        <p:nvGrpSpPr>
          <p:cNvPr id="6" name="Group 6"/>
          <p:cNvGrpSpPr>
            <a:extLst>
              <a:ext uri="smNativeData">
                <pr:smNativeData xmlns:pr="smNativeData" xmlns="smNativeData" val="SMDATA_6_NH3EaBMAAAAlAAAAAQAAAA8BAAAAkAAAAEgAAACQAAAASAAAAAAAAAAAAAAAAAAAABcAAAAUAAAAAAAAAAAAAAD/fwAA/38AAAAAAAAJAAAABAAAAC0BAAAfAAAAVAAAAAAAAAAAAAAAAAAAAAAAAAAAAAAAAAAAAAAAAAAAAAAAAAAAAAAAAAAAAAAAAAAAAAAAAAAAAAAAAAAAAAAAAAAAAAAAAAAAAAAAAAAAAAAAAAAAACEAAAAYAAAAFAAAAAAAAAAAAAAAMCoAAEg/AAAQAAAAJgAAAAgAAAD/////AAAAAA=="/>
              </a:ext>
            </a:extLst>
          </p:cNvGrpSpPr>
          <p:nvPr/>
        </p:nvGrpSpPr>
        <p:grpSpPr>
          <a:xfrm>
            <a:off x="0" y="0"/>
            <a:ext cx="6858000" cy="10287000"/>
            <a:chOff x="0" y="0"/>
            <a:chExt cx="6858000" cy="10287000"/>
          </a:xfrm>
        </p:grpSpPr>
        <p:sp>
          <p:nvSpPr>
            <p:cNvPr id="7" name="Freeform 7" descr="preencoded.png"/>
            <p:cNvSpPr>
              <a:extLst>
                <a:ext uri="smNativeData">
                  <pr:smNativeData xmlns:pr="smNativeData" xmlns="smNativeData" val="SMDATA_15_NH3EaBMAAAAlAAAACwAAAA0AAAAAAAAAAAAAAABAOAAAYFQAAAAAAAAAAAAAAAAAAAEAAABQAAAAAAAAAAAA4D8AAAAAAADgPwAAAAAAAOA/AAAAAAAA4D8AAAAAAADgPwAAAAAAAOA/AAAAAAAA4D8AAAAAAADgPwAAAAAAAOA/AAAAAAAA4D8CAAAAjAAAAAEAAAACAAAA////AP///wgAAAAAAAAAAPr+vwNuFxNAmM4CMVAN/WsB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AAAAAAAAAAAwKgAASD8AAAAAAAAmAAAACAAAAP//////////"/>
                </a:ext>
              </a:extLst>
            </p:cNvSpPr>
            <p:nvPr/>
          </p:nvSpPr>
          <p:spPr>
            <a:xfrm>
              <a:off x="0" y="0"/>
              <a:ext cx="6858000" cy="10287000"/>
            </a:xfrm>
            <a:custGeom>
              <a:avLst/>
              <a:gdLst/>
              <a:ahLst/>
              <a:cxnLst/>
              <a:rect l="0" t="0" r="6858000" b="10287000"/>
              <a:pathLst>
                <a:path w="6858000" h="10287000">
                  <a:moveTo>
                    <a:pt x="0" y="0"/>
                  </a:moveTo>
                  <a:lnTo>
                    <a:pt x="6858000" y="0"/>
                  </a:lnTo>
                  <a:lnTo>
                    <a:pt x="6858000" y="10287000"/>
                  </a:lnTo>
                  <a:lnTo>
                    <a:pt x="0" y="10287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rcRect/>
              <a:stretch/>
            </a:blipFill>
            <a:ln>
              <a:noFill/>
            </a:ln>
            <a:effectLst/>
          </p:spPr>
        </p:sp>
      </p:grpSp>
      <p:grpSp>
        <p:nvGrpSpPr>
          <p:cNvPr id="8" name="Group 8"/>
          <p:cNvGrpSpPr>
            <a:extLst>
              <a:ext uri="smNativeData">
                <pr:smNativeData xmlns:pr="smNativeData" xmlns="smNativeData" val="SMDATA_6_NH3EaBMAAAAlAAAAAQAAAA8BAAAAkAAAAEgAAACQAAAASAAAAAAAAAAAAAAAAAAAABcAAAAUAAAAAAAAAAAAAAD/fwAA/38AAAAAAAAJAAAABAAAAHcAAAAfAAAAVAAAAAAAAAAAAAAAAAAAAAAAAAAAAAAAAAAAAAAAAAAAAAAAAAAAAAAAAAAAAAAAAAAAAAAAAAAAAAAAAAAAAAAAAAAAAAAAAAAAAAAAAAAAAAAAAAAAACEAAAAYAAAAFAAAAEswAACWDQAAd1MAAB0cAAAQAAAAJgAAAAgAAAD/////AAAAAA=="/>
              </a:ext>
            </a:extLst>
          </p:cNvGrpSpPr>
          <p:nvPr/>
        </p:nvGrpSpPr>
        <p:grpSpPr>
          <a:xfrm>
            <a:off x="7850505" y="2208530"/>
            <a:ext cx="5717540" cy="2361565"/>
            <a:chOff x="7850505" y="2208530"/>
            <a:chExt cx="5717540" cy="2361565"/>
          </a:xfrm>
        </p:grpSpPr>
        <p:sp>
          <p:nvSpPr>
            <p:cNvPr id="9" name="Freeform 9" descr="preencoded.png"/>
            <p:cNvSpPr>
              <a:extLst>
                <a:ext uri="smNativeData">
                  <pr:smNativeData xmlns:pr="smNativeData" xmlns="smNativeData" val="SMDATA_15_NH3EaBMAAAAlAAAACwAAAA0AAAAAAAAAAAAAAADmLgAAXhMAAAAAAAAAAAAAAAAAAAEAAABQAAAAAAAAAAAA4D8AAAAAAADgPwAAAAAAAOA/AAAAAAAA4D8AAAAAAADgPwAAAAAAAOA/AAAAAAAA4D8AAAAAAADgPwAAAAAAAOA/AAAAAAAA4D8CAAAAjAAAAAEAAAACAAAA////AP///wgAAAAAAAAAAIiN9aXAthBDl2jxJKucaNgB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/P///wAAAAD8////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SzAAAJYNAAB3UwAAHRwAAAAAAAAmAAAACAAAAP//////////"/>
                </a:ext>
              </a:extLst>
            </p:cNvSpPr>
            <p:nvPr/>
          </p:nvSpPr>
          <p:spPr>
            <a:xfrm>
              <a:off x="7850505" y="2208530"/>
              <a:ext cx="5717540" cy="2361565"/>
            </a:xfrm>
            <a:custGeom>
              <a:avLst/>
              <a:gdLst/>
              <a:ahLst/>
              <a:cxnLst/>
              <a:rect l="0" t="0" r="5717540" b="2361565"/>
              <a:pathLst>
                <a:path w="5717540" h="2361565">
                  <a:moveTo>
                    <a:pt x="0" y="0"/>
                  </a:moveTo>
                  <a:lnTo>
                    <a:pt x="5717540" y="0"/>
                  </a:lnTo>
                  <a:lnTo>
                    <a:pt x="5717540" y="2361565"/>
                  </a:lnTo>
                  <a:lnTo>
                    <a:pt x="0" y="23615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rcRect/>
              <a:stretch>
                <a:fillRect l="0" t="-40" r="0" b="-40"/>
              </a:stretch>
            </a:blipFill>
            <a:ln>
              <a:noFill/>
            </a:ln>
            <a:effectLst/>
          </p:spPr>
        </p:sp>
      </p:grpSp>
      <p:sp>
        <p:nvSpPr>
          <p:cNvPr id="10" name="TextBox 10"/>
          <p:cNvSpPr>
            <a:extLst>
              <a:ext uri="smNativeData">
                <pr:smNativeData xmlns:pr="smNativeData" xmlns="smNativeData" val="SMDATA_15_NH3EaB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izcAAGEeAAAlYwAALiQAABAgAAAmAAAACAAAAP//////////"/>
              </a:ext>
            </a:extLst>
          </p:cNvSpPr>
          <p:nvPr/>
        </p:nvSpPr>
        <p:spPr>
          <a:xfrm>
            <a:off x="9029065" y="4938395"/>
            <a:ext cx="7087870" cy="9429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 algn="ctr">
              <a:lnSpc>
                <a:spcPts val="6935"/>
              </a:lnSpc>
              <a:defRPr lang="en-us"/>
            </a:pPr>
            <a:r>
              <a:rPr lang="en-us" sz="5560" cap="none">
                <a:solidFill>
                  <a:srgbClr val="201B18"/>
                </a:solidFill>
                <a:latin typeface="Arimo" pitchFamily="0" charset="1"/>
                <a:ea typeface="Arimo" pitchFamily="0" charset="1"/>
                <a:cs typeface="Arimo" pitchFamily="0" charset="1"/>
              </a:rPr>
              <a:t>SportGoods</a:t>
            </a:r>
            <a:endParaRPr lang="en-us" sz="5560" cap="none">
              <a:solidFill>
                <a:srgbClr val="201B18"/>
              </a:solidFill>
              <a:latin typeface="Arimo" pitchFamily="0" charset="1"/>
              <a:ea typeface="Arimo" pitchFamily="0" charset="1"/>
              <a:cs typeface="Arimo" pitchFamily="0" charset="1"/>
            </a:endParaRPr>
          </a:p>
        </p:txBody>
      </p:sp>
      <p:sp>
        <p:nvSpPr>
          <p:cNvPr id="11" name="TextBox 11"/>
          <p:cNvSpPr>
            <a:extLst>
              <a:ext uri="smNativeData">
                <pr:smNativeData xmlns:pr="smNativeData" xmlns="smNativeData" val="SMDATA_15_NH3EaB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izcAAHEmAAAlYwAAsjEAABAgAAAmAAAACAAAAP//////////"/>
              </a:ext>
            </a:extLst>
          </p:cNvSpPr>
          <p:nvPr/>
        </p:nvSpPr>
        <p:spPr>
          <a:xfrm>
            <a:off x="9029065" y="6249035"/>
            <a:ext cx="7087870" cy="182943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 algn="ctr">
              <a:lnSpc>
                <a:spcPts val="6935"/>
              </a:lnSpc>
              <a:defRPr lang="en-us"/>
            </a:pPr>
            <a:r>
              <a:rPr lang="en-us" sz="5560" cap="none">
                <a:solidFill>
                  <a:srgbClr val="201B18"/>
                </a:solidFill>
                <a:latin typeface="Arimo" pitchFamily="0" charset="1"/>
                <a:ea typeface="Arimo" pitchFamily="0" charset="1"/>
                <a:cs typeface="Arimo" pitchFamily="0" charset="1"/>
              </a:rPr>
              <a:t>SES</a:t>
            </a:r>
            <a:endParaRPr lang="en-us" sz="5560" cap="none">
              <a:solidFill>
                <a:srgbClr val="201B18"/>
              </a:solidFill>
              <a:latin typeface="Arimo" pitchFamily="0" charset="1"/>
              <a:ea typeface="Arimo" pitchFamily="0" charset="1"/>
              <a:cs typeface="Arimo" pitchFamily="0" charset="1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extLst>
              <a:ext uri="smNativeData">
                <pr:smNativeData xmlns:pr="smNativeData" xmlns="smNativeData" val="SMDATA_6_NH3EaBMAAAAlAAAAAQAAAA8BAAAAkAAAAEgAAACQAAAASAAAAAAAAAAAAAAAAAAAABcAAAAUAAAAAAAAAAAAAAD/fwAA/38AAAAAAAAJAAAABAAAAJkAAAAfAAAAVAAAAAAAAAAAAAAAAAAAAAAAAAAAAAAAAAAAAAAAAAAAAAAAAAAAAAAAAAAAAAAAAAAAAAAAAAAAAAAAAAAAAAAAAAAAAAAAAAAAAAAAAAAAAAAAAAAAACEAAAAYAAAAFAAAAAAAAAAAAAAAgHAAAEg/AAAQAAAAJgAAAAgAAAD/////AAAAAA=="/>
              </a:ext>
            </a:extLst>
          </p:cNvGrpSpPr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sp>
          <p:nvSpPr>
            <p:cNvPr id="3" name="Freeform 3"/>
            <p:cNvSpPr>
              <a:extLst>
                <a:ext uri="smNativeData">
                  <pr:smNativeData xmlns:pr="smNativeData" xmlns="smNativeData" val="SMDATA_15_NH3EaBMAAAAlAAAACwAAAA0AAAAAAAAAAAAAAAAAlgAAYFQAAAAAAAAAAAAAAAAAAAEAAABQAAAAAAAAAAAA4D8AAAAAAADgPwAAAAAAAOA/AAAAAAAA4D8AAAAAAADgPwAAAAAAAOA/AAAAAAAA4D8AAAAAAADgPwAAAAAAAOA/AAAAAAAA4D8CAAAAjAAAAAEAAAAAAAAA9/Pw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9/PwAP///wEAAAAAAAAAAAAAAAAAAAAAAAAAAAAAAAAAAAAAAAAAAAAAAAB/f38A7uzhA8zMzADAwP8Af39/AAAAAAAAAAAAAAAAAAAAAAAAAAAAIQAAABgAAAAUAAAAAAAAAAAAAACAcAAASD8AAAAAAAAmAAAACAAAAP//////////"/>
                </a:ext>
              </a:extLst>
            </p:cNvSpPr>
            <p:nvPr/>
          </p:nvSpPr>
          <p:spPr>
            <a:xfrm>
              <a:off x="0" y="0"/>
              <a:ext cx="18288000" cy="10287000"/>
            </a:xfrm>
            <a:custGeom>
              <a:avLst/>
              <a:gdLst/>
              <a:ahLst/>
              <a:cxnLst/>
              <a:rect l="0" t="0" r="18288000" b="10287000"/>
              <a:pathLst>
                <a:path w="18288000" h="10287000">
                  <a:moveTo>
                    <a:pt x="0" y="0"/>
                  </a:moveTo>
                  <a:lnTo>
                    <a:pt x="18288000" y="0"/>
                  </a:lnTo>
                  <a:lnTo>
                    <a:pt x="18288000" y="10287000"/>
                  </a:lnTo>
                  <a:lnTo>
                    <a:pt x="0" y="10287000"/>
                  </a:lnTo>
                  <a:close/>
                </a:path>
              </a:pathLst>
            </a:custGeom>
            <a:solidFill>
              <a:srgbClr val="F7F3F0"/>
            </a:solidFill>
            <a:ln>
              <a:noFill/>
            </a:ln>
            <a:effectLst/>
          </p:spPr>
        </p:sp>
      </p:grpSp>
      <p:grpSp>
        <p:nvGrpSpPr>
          <p:cNvPr id="4" name="Group 4"/>
          <p:cNvGrpSpPr>
            <a:extLst>
              <a:ext uri="smNativeData">
                <pr:smNativeData xmlns:pr="smNativeData" xmlns="smNativeData" val="SMDATA_6_NH3EaBMAAAAlAAAAAQAAAA8BAAAAkAAAAEgAAACQAAAASAAAAAAAAAAAAAAAAAAAABcAAAAUAAAAAAAAAAAAAAD/fwAA/38AAAAAAAAJAAAABAAAADEBAAAfAAAAVAAAAAAAAAAAAAAAAAAAAAAAAAAAAAAAAAAAAAAAAAAAAAAAAAAAAAAAAAAAAAAAAAAAAAAAAAAAAAAAAAAAAAAAAAAAAAAAAAAAAAAAAAAAAAAAAAAAACEAAAAYAAAAFAAAAAAAAAAAAAAAgHAAAEg/AAAQAAAAJgAAAAgAAAD/////AAAAAA=="/>
              </a:ext>
            </a:extLst>
          </p:cNvGrpSpPr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sp>
          <p:nvSpPr>
            <p:cNvPr id="5" name="Freeform 5"/>
            <p:cNvSpPr>
              <a:extLst>
                <a:ext uri="smNativeData">
                  <pr:smNativeData xmlns:pr="smNativeData" xmlns="smNativeData" val="SMDATA_15_NH3EaBMAAAAlAAAACwAAAA0AAAAAAAAAAAAAAAAAlgAAYFQAAAAAAAAAAAAAAAAAAAEAAABQAAAAAAAAAAAA4D8AAAAAAADgPwAAAAAAAOA/AAAAAAAA4D8AAAAAAADgPwAAAAAAAOA/AAAAAAAA4D8AAAAAAADgPwAAAAAAAOA/AAAAAAAA4D8CAAAAjAAAAAE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AAAAAAAAAACAcAAASD8AAAAAAAAmAAAACAAAAP//////////"/>
                </a:ext>
              </a:extLst>
            </p:cNvSpPr>
            <p:nvPr/>
          </p:nvSpPr>
          <p:spPr>
            <a:xfrm>
              <a:off x="0" y="0"/>
              <a:ext cx="18288000" cy="10287000"/>
            </a:xfrm>
            <a:custGeom>
              <a:avLst/>
              <a:gdLst/>
              <a:ahLst/>
              <a:cxnLst/>
              <a:rect l="0" t="0" r="18288000" b="10287000"/>
              <a:pathLst>
                <a:path w="18288000" h="10287000">
                  <a:moveTo>
                    <a:pt x="0" y="0"/>
                  </a:moveTo>
                  <a:lnTo>
                    <a:pt x="18288000" y="0"/>
                  </a:lnTo>
                  <a:lnTo>
                    <a:pt x="18288000" y="10287000"/>
                  </a:lnTo>
                  <a:lnTo>
                    <a:pt x="0" y="102870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</p:sp>
      </p:grpSp>
      <p:sp>
        <p:nvSpPr>
          <p:cNvPr id="6" name="TextBox 6"/>
          <p:cNvSpPr>
            <a:extLst>
              <a:ext uri="smNativeData">
                <pr:smNativeData xmlns:pr="smNativeData" xmlns="smNativeData" val="SMDATA_15_NH3EaB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GwYAAIIHAAC1MQAATw0AABAgAAAmAAAACAAAAP//////////"/>
              </a:ext>
            </a:extLst>
          </p:cNvSpPr>
          <p:nvPr/>
        </p:nvSpPr>
        <p:spPr>
          <a:xfrm>
            <a:off x="992505" y="1220470"/>
            <a:ext cx="7087870" cy="9429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 algn="l">
              <a:lnSpc>
                <a:spcPts val="6935"/>
              </a:lnSpc>
              <a:defRPr lang="en-us"/>
            </a:pPr>
            <a:r>
              <a:rPr lang="en-us" sz="5560" cap="none">
                <a:solidFill>
                  <a:srgbClr val="201B18"/>
                </a:solidFill>
                <a:latin typeface="Arimo" pitchFamily="0" charset="1"/>
                <a:ea typeface="Arimo" pitchFamily="0" charset="1"/>
                <a:cs typeface="Arimo" pitchFamily="0" charset="1"/>
              </a:rPr>
              <a:t>Екип</a:t>
            </a:r>
            <a:endParaRPr lang="en-us" sz="5560" cap="none">
              <a:solidFill>
                <a:srgbClr val="201B18"/>
              </a:solidFill>
              <a:latin typeface="Arimo" pitchFamily="0" charset="1"/>
              <a:ea typeface="Arimo" pitchFamily="0" charset="1"/>
              <a:cs typeface="Arimo" pitchFamily="0" charset="1"/>
            </a:endParaRPr>
          </a:p>
        </p:txBody>
      </p:sp>
      <p:grpSp>
        <p:nvGrpSpPr>
          <p:cNvPr id="7" name="Group 7"/>
          <p:cNvGrpSpPr>
            <a:extLst>
              <a:ext uri="smNativeData">
                <pr:smNativeData xmlns:pr="smNativeData" xmlns="smNativeData" val="SMDATA_6_NH3EaBMAAAAlAAAAAQAAAA8BAAAAkAAAAEgAAACQAAAASAAAAAAAAAAAAAAAAAAAABcAAAAUAAAAAAAAAAAAAAD/fwAA/38AAAAAAAAJAAAABAAAAAsBAAAfAAAAVAAAAAAAAAAAAAAAAAAAAAAAAAAAAAAAAAAAAAAAAAAAAAAAAAAAAAAAAAAAAAAAAAAAAAAAAAAAAAAAAAAAAAAAAAAAAAAAAAAAAAAAAAAAAAAAAAAAACEAAAAYAAAAFAAAABsGAADMEAAAKTcAAB4vAAAQAAAAJgAAAAgAAAD/////AAAAAA=="/>
              </a:ext>
            </a:extLst>
          </p:cNvGrpSpPr>
          <p:nvPr/>
        </p:nvGrpSpPr>
        <p:grpSpPr>
          <a:xfrm>
            <a:off x="992505" y="2730500"/>
            <a:ext cx="7974330" cy="4928870"/>
            <a:chOff x="992505" y="2730500"/>
            <a:chExt cx="7974330" cy="4928870"/>
          </a:xfrm>
        </p:grpSpPr>
        <p:sp>
          <p:nvSpPr>
            <p:cNvPr id="8" name="Freeform 8" descr="preencoded.png"/>
            <p:cNvSpPr>
              <a:extLst>
                <a:ext uri="smNativeData">
                  <pr:smNativeData xmlns:pr="smNativeData" xmlns="smNativeData" val="SMDATA_15_NH3EaBMAAAAlAAAACwAAAA0AAAAAAAAAAAAAAABoQQAAbSgAAAAAAAAAAAAAAAAAAAEAAABQAAAAAAAAAAAA4D8AAAAAAADgPwAAAAAAAOA/AAAAAAAA4D8AAAAAAADgPwAAAAAAAOA/AAAAAAAA4D8AAAAAAADgPwAAAAAAAOA/AAAAAAAA4D8CAAAAjAAAAAEAAAACAAAA////AP///wgAAAAAAAAAAD2+EsJhWilKl5ICYRozyyMB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D+////AAAAAP7///8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GwYAAMwQAAApNwAAHi8AAAAAAAAmAAAACAAAAP//////////"/>
                </a:ext>
              </a:extLst>
            </p:cNvSpPr>
            <p:nvPr/>
          </p:nvSpPr>
          <p:spPr>
            <a:xfrm>
              <a:off x="992505" y="2730500"/>
              <a:ext cx="7974330" cy="4928870"/>
            </a:xfrm>
            <a:custGeom>
              <a:avLst/>
              <a:gdLst/>
              <a:ahLst/>
              <a:cxnLst/>
              <a:rect l="0" t="0" r="7974330" b="4928870"/>
              <a:pathLst>
                <a:path w="7974330" h="4928870">
                  <a:moveTo>
                    <a:pt x="0" y="0"/>
                  </a:moveTo>
                  <a:lnTo>
                    <a:pt x="7974330" y="0"/>
                  </a:lnTo>
                  <a:lnTo>
                    <a:pt x="7974330" y="4928870"/>
                  </a:lnTo>
                  <a:lnTo>
                    <a:pt x="0" y="49288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rcRect/>
              <a:stretch>
                <a:fillRect l="-20" t="0" r="-20" b="0"/>
              </a:stretch>
            </a:blipFill>
            <a:ln>
              <a:noFill/>
            </a:ln>
            <a:effectLst/>
          </p:spPr>
        </p:sp>
      </p:grpSp>
      <p:sp>
        <p:nvSpPr>
          <p:cNvPr id="9" name="TextBox 9"/>
          <p:cNvSpPr>
            <a:extLst>
              <a:ext uri="smNativeData">
                <pr:smNativeData xmlns:pr="smNativeData" xmlns="smNativeData" val="SMDATA_15_NH3EaB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GwYAAKAwAADoGwAAljMAABAgAAAmAAAACAAAAP//////////"/>
              </a:ext>
            </a:extLst>
          </p:cNvSpPr>
          <p:nvPr/>
        </p:nvSpPr>
        <p:spPr>
          <a:xfrm>
            <a:off x="992505" y="7904480"/>
            <a:ext cx="3543935" cy="48133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 algn="l">
              <a:lnSpc>
                <a:spcPts val="3435"/>
              </a:lnSpc>
              <a:defRPr lang="en-us"/>
            </a:pPr>
            <a:r>
              <a:rPr lang="en-us" sz="2750" cap="none">
                <a:solidFill>
                  <a:srgbClr val="504C49"/>
                </a:solidFill>
                <a:latin typeface="Arimo" pitchFamily="0" charset="1"/>
                <a:ea typeface="Arimo" pitchFamily="0" charset="1"/>
                <a:cs typeface="Arimo" pitchFamily="0" charset="1"/>
              </a:rPr>
              <a:t>Калоян Илиев</a:t>
            </a:r>
            <a:endParaRPr lang="en-us" sz="2750" cap="none">
              <a:solidFill>
                <a:srgbClr val="504C49"/>
              </a:solidFill>
              <a:latin typeface="Arimo" pitchFamily="0" charset="1"/>
              <a:ea typeface="Arimo" pitchFamily="0" charset="1"/>
              <a:cs typeface="Arimo" pitchFamily="0" charset="1"/>
            </a:endParaRPr>
          </a:p>
        </p:txBody>
      </p:sp>
      <p:sp>
        <p:nvSpPr>
          <p:cNvPr id="10" name="TextBox 10"/>
          <p:cNvSpPr>
            <a:extLst>
              <a:ext uri="smNativeData">
                <pr:smNativeData xmlns:pr="smNativeData" xmlns="smNativeData" val="SMDATA_15_NH3EaB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GwYAAAw0AAApNwAAbDcAABAgAAAmAAAACAAAAP//////////"/>
              </a:ext>
            </a:extLst>
          </p:cNvSpPr>
          <p:nvPr/>
        </p:nvSpPr>
        <p:spPr>
          <a:xfrm>
            <a:off x="992505" y="8460740"/>
            <a:ext cx="7974330" cy="5486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 algn="l">
              <a:lnSpc>
                <a:spcPts val="3560"/>
              </a:lnSpc>
              <a:defRPr lang="en-us"/>
            </a:pPr>
            <a:r>
              <a:rPr lang="en-us" sz="2185" cap="none">
                <a:solidFill>
                  <a:srgbClr val="504C49"/>
                </a:solidFill>
                <a:latin typeface="Source Han Sans JP" pitchFamily="0" charset="1"/>
                <a:ea typeface="Source Han Sans JP" pitchFamily="0" charset="1"/>
                <a:cs typeface="Source Han Sans JP" pitchFamily="0" charset="1"/>
              </a:rPr>
              <a:t>Project Manager/Business Analyst</a:t>
            </a:r>
            <a:endParaRPr lang="en-us" sz="2185" cap="none">
              <a:solidFill>
                <a:srgbClr val="504C49"/>
              </a:solidFill>
              <a:latin typeface="Source Han Sans JP" pitchFamily="0" charset="1"/>
              <a:ea typeface="Source Han Sans JP" pitchFamily="0" charset="1"/>
              <a:cs typeface="Source Han Sans JP" pitchFamily="0" charset="1"/>
            </a:endParaRPr>
          </a:p>
        </p:txBody>
      </p:sp>
      <p:grpSp>
        <p:nvGrpSpPr>
          <p:cNvPr id="11" name="Group 11"/>
          <p:cNvGrpSpPr>
            <a:extLst>
              <a:ext uri="smNativeData">
                <pr:smNativeData xmlns:pr="smNativeData" xmlns="smNativeData" val="SMDATA_6_NH3EaBMAAAAlAAAAAQAAAA8BAAAAkAAAAEgAAACQAAAASAAAAAAAAAAAAAAAAAAAABcAAAAUAAAAAAAAAAAAAAD/fwAA/38AAAAAAAAJAAAABAAAAKwAAAAfAAAAVAAAAAAAAAAAAAAAAAAAAAAAAAAAAAAAAAAAAAAAAAAAAAAAAAAAAAAAAAAAAAAAAAAAAAAAAAAAAAAAAAAAAAAAAAAAAAAAAAAAAAAAAAAAAAAAAAAAACEAAAAYAAAAFAAAAFc5AADMEAAAZWoAAB4vAAAQAAAAJgAAAAgAAAD/////AAAAAA=="/>
              </a:ext>
            </a:extLst>
          </p:cNvGrpSpPr>
          <p:nvPr/>
        </p:nvGrpSpPr>
        <p:grpSpPr>
          <a:xfrm>
            <a:off x="9321165" y="2730500"/>
            <a:ext cx="7974330" cy="4928870"/>
            <a:chOff x="9321165" y="2730500"/>
            <a:chExt cx="7974330" cy="4928870"/>
          </a:xfrm>
        </p:grpSpPr>
        <p:sp>
          <p:nvSpPr>
            <p:cNvPr id="12" name="Freeform 12" descr="preencoded.png"/>
            <p:cNvSpPr>
              <a:extLst>
                <a:ext uri="smNativeData">
                  <pr:smNativeData xmlns:pr="smNativeData" xmlns="smNativeData" val="SMDATA_15_NH3EaBMAAAAlAAAACwAAAA0AAAAAAAAAAAAAAABpQQAAbSgAAAAAAAAAAAAAAAAAAAEAAABQAAAAAAAAAAAA4D8AAAAAAADgPwAAAAAAAOA/AAAAAAAA4D8AAAAAAADgPwAAAAAAAOA/AAAAAAAA4D8AAAAAAADgPwAAAAAAAOA/AAAAAAAA4D8CAAAAjAAAAAEAAAACAAAA////AP///wgAAAAAAAAAAPgD8oLQJ2tIkc0cECQfbFsB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F8AYAAeAAAAaAAAAAAAAAD+////AAAAAP7///8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VzkAAMwQAABlagAAHi8AAAAAAAAmAAAACAAAAP//////////"/>
                </a:ext>
              </a:extLst>
            </p:cNvSpPr>
            <p:nvPr/>
          </p:nvSpPr>
          <p:spPr>
            <a:xfrm>
              <a:off x="9321165" y="2730500"/>
              <a:ext cx="7974330" cy="4928870"/>
            </a:xfrm>
            <a:custGeom>
              <a:avLst/>
              <a:gdLst/>
              <a:ahLst/>
              <a:cxnLst/>
              <a:rect l="0" t="0" r="7974330" b="4928870"/>
              <a:pathLst>
                <a:path w="7974330" h="4928870">
                  <a:moveTo>
                    <a:pt x="0" y="0"/>
                  </a:moveTo>
                  <a:lnTo>
                    <a:pt x="7974330" y="0"/>
                  </a:lnTo>
                  <a:lnTo>
                    <a:pt x="7974330" y="4928870"/>
                  </a:lnTo>
                  <a:lnTo>
                    <a:pt x="0" y="49288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rcRect/>
              <a:stretch>
                <a:fillRect l="-20" t="0" r="-20" b="0"/>
              </a:stretch>
            </a:blipFill>
            <a:ln>
              <a:noFill/>
            </a:ln>
            <a:effectLst/>
          </p:spPr>
        </p:sp>
      </p:grpSp>
      <p:sp>
        <p:nvSpPr>
          <p:cNvPr id="13" name="TextBox 13"/>
          <p:cNvSpPr>
            <a:extLst>
              <a:ext uri="smNativeData">
                <pr:smNativeData xmlns:pr="smNativeData" xmlns="smNativeData" val="SMDATA_15_NH3EaB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VzkAAKAwAAAkTwAAljMAABAgAAAmAAAACAAAAP//////////"/>
              </a:ext>
            </a:extLst>
          </p:cNvSpPr>
          <p:nvPr/>
        </p:nvSpPr>
        <p:spPr>
          <a:xfrm>
            <a:off x="9321165" y="7904480"/>
            <a:ext cx="3543935" cy="48133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 algn="l">
              <a:lnSpc>
                <a:spcPts val="3435"/>
              </a:lnSpc>
              <a:defRPr lang="en-us"/>
            </a:pPr>
            <a:r>
              <a:rPr lang="en-us" sz="2750" cap="none">
                <a:solidFill>
                  <a:srgbClr val="504C49"/>
                </a:solidFill>
                <a:latin typeface="Arimo" pitchFamily="0" charset="1"/>
                <a:ea typeface="Arimo" pitchFamily="0" charset="1"/>
                <a:cs typeface="Arimo" pitchFamily="0" charset="1"/>
              </a:rPr>
              <a:t>Алекс Иванов</a:t>
            </a:r>
            <a:endParaRPr lang="en-us" sz="2750" cap="none">
              <a:solidFill>
                <a:srgbClr val="504C49"/>
              </a:solidFill>
              <a:latin typeface="Arimo" pitchFamily="0" charset="1"/>
              <a:ea typeface="Arimo" pitchFamily="0" charset="1"/>
              <a:cs typeface="Arimo" pitchFamily="0" charset="1"/>
            </a:endParaRPr>
          </a:p>
        </p:txBody>
      </p:sp>
      <p:sp>
        <p:nvSpPr>
          <p:cNvPr id="14" name="TextBox 14"/>
          <p:cNvSpPr>
            <a:extLst>
              <a:ext uri="smNativeData">
                <pr:smNativeData xmlns:pr="smNativeData" xmlns="smNativeData" val="SMDATA_15_NH3EaB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VzkAAAw0AABlagAAbDcAABAgAAAmAAAACAAAAP//////////"/>
              </a:ext>
            </a:extLst>
          </p:cNvSpPr>
          <p:nvPr/>
        </p:nvSpPr>
        <p:spPr>
          <a:xfrm>
            <a:off x="9321165" y="8460740"/>
            <a:ext cx="7974330" cy="5486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 algn="l">
              <a:lnSpc>
                <a:spcPts val="3560"/>
              </a:lnSpc>
              <a:defRPr lang="en-us"/>
            </a:pPr>
            <a:r>
              <a:rPr lang="en-us" sz="2185" cap="none">
                <a:solidFill>
                  <a:srgbClr val="504C49"/>
                </a:solidFill>
                <a:latin typeface="Source Han Sans JP" pitchFamily="0" charset="1"/>
                <a:ea typeface="Source Han Sans JP" pitchFamily="0" charset="1"/>
                <a:cs typeface="Source Han Sans JP" pitchFamily="0" charset="1"/>
              </a:rPr>
              <a:t>Tech Lead/Fullstack Developer</a:t>
            </a:r>
            <a:endParaRPr lang="en-us" sz="2185" cap="none">
              <a:solidFill>
                <a:srgbClr val="504C49"/>
              </a:solidFill>
              <a:latin typeface="Source Han Sans JP" pitchFamily="0" charset="1"/>
              <a:ea typeface="Source Han Sans JP" pitchFamily="0" charset="1"/>
              <a:cs typeface="Source Han Sans JP" pitchFamily="0" charset="1"/>
            </a:endParaRPr>
          </a:p>
        </p:txBody>
      </p:sp>
    </p:spTree>
  </p:cSld>
  <p:clrMapOvr>
    <a:masterClrMapping/>
  </p:clrMapOvr>
  <p:transition spd="fast" p14:dur="800">
    <p:fade/>
    <p:extLst>
      <p:ext uri="smNativeData">
        <pr:smNativeData xmlns:pr="smNativeData" xmlns="smNativeData" val="NH3EaAAAAAAgAwAAAAAAAAYAAAAAAAAAAAAAAAAAAAAAAAAAAQAAAAAAAAAAAAAAAAAAAAAAAAAAAAAA" duo="NH3EaAAAAAAAAAAAAAAAAAAAAAA="/>
      </p:ext>
    </p:extLst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extLst>
              <a:ext uri="smNativeData">
                <pr:smNativeData xmlns:pr="smNativeData" xmlns="smNativeData" val="SMDATA_6_NH3EaBMAAAAlAAAAAQAAAA8BAAAAkAAAAEgAAACQAAAASAAAAAAAAAAAAAAAAAAAABcAAAAUAAAAAAAAAAAAAAD/fwAA/38AAAAAAAAJAAAABAAAAKwAAAAfAAAAVAAAAAAAAAAAAAAAAAAAAAAAAAAAAAAAAAAAAAAAAAAAAAAAAAAAAAAAAAAAAAAAAAAAAAAAAAAAAAAAAAAAAAAAAAAAAAAAAAAAAAAAAAAAAAAAAAAAACEAAAAYAAAAFAAAAAAAAAAAAAAAgHAAAEg/AAAQAAAAJgAAAAgAAAD/////AAAAAA=="/>
              </a:ext>
            </a:extLst>
          </p:cNvGrpSpPr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sp>
          <p:nvSpPr>
            <p:cNvPr id="3" name="Freeform 3"/>
            <p:cNvSpPr>
              <a:extLst>
                <a:ext uri="smNativeData">
                  <pr:smNativeData xmlns:pr="smNativeData" xmlns="smNativeData" val="SMDATA_15_NH3EaBMAAAAlAAAACwAAAA0AAAAAAAAAAAAAAAAAlgAAYFQAAAAAAAAAAAAAAAAAAAEAAABQAAAAAAAAAAAA4D8AAAAAAADgPwAAAAAAAOA/AAAAAAAA4D8AAAAAAADgPwAAAAAAAOA/AAAAAAAA4D8AAAAAAADgPwAAAAAAAOA/AAAAAAAA4D8CAAAAjAAAAAEAAAAAAAAA9/Pw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9/PwAP///wEAAAAAAAAAAAAAAAAAAAAAAAAAAAAAAAAAAAAAAAAAAAAAAAB/f38A7uzhA8zMzADAwP8Af39/AAAAAAAAAAAAAAAAAAAAAAAAAAAAIQAAABgAAAAUAAAAAAAAAAAAAACAcAAASD8AAAAAAAAmAAAACAAAAP//////////"/>
                </a:ext>
              </a:extLst>
            </p:cNvSpPr>
            <p:nvPr/>
          </p:nvSpPr>
          <p:spPr>
            <a:xfrm>
              <a:off x="0" y="0"/>
              <a:ext cx="18288000" cy="10287000"/>
            </a:xfrm>
            <a:custGeom>
              <a:avLst/>
              <a:gdLst/>
              <a:ahLst/>
              <a:cxnLst/>
              <a:rect l="0" t="0" r="18288000" b="10287000"/>
              <a:pathLst>
                <a:path w="18288000" h="10287000">
                  <a:moveTo>
                    <a:pt x="0" y="0"/>
                  </a:moveTo>
                  <a:lnTo>
                    <a:pt x="18288000" y="0"/>
                  </a:lnTo>
                  <a:lnTo>
                    <a:pt x="18288000" y="10287000"/>
                  </a:lnTo>
                  <a:lnTo>
                    <a:pt x="0" y="10287000"/>
                  </a:lnTo>
                  <a:close/>
                </a:path>
              </a:pathLst>
            </a:custGeom>
            <a:solidFill>
              <a:srgbClr val="F7F3F0"/>
            </a:solidFill>
            <a:ln>
              <a:noFill/>
            </a:ln>
            <a:effectLst/>
          </p:spPr>
        </p:sp>
      </p:grpSp>
      <p:grpSp>
        <p:nvGrpSpPr>
          <p:cNvPr id="4" name="Group 4"/>
          <p:cNvGrpSpPr>
            <a:extLst>
              <a:ext uri="smNativeData">
                <pr:smNativeData xmlns:pr="smNativeData" xmlns="smNativeData" val="SMDATA_6_NH3EaBMAAAAlAAAAAQAAAA8BAAAAkAAAAEgAAACQAAAASAAAAAAAAAAAAAAAAAAAABcAAAAUAAAAAAAAAAAAAAD/fwAA/38AAAAAAAAJAAAABAAAAOUAAAAfAAAAVAAAAAAAAAAAAAAAAAAAAAAAAAAAAAAAAAAAAAAAAAAAAAAAAAAAAAAAAAAAAAAAAAAAAAAAAAAAAAAAAAAAAAAAAAAAAAAAAAAAAAAAAAAAAAAAAAAAACEAAAAYAAAAFAAAAAAAAAAAAAAAgHAAAEg/AAAQAAAAJgAAAAgAAAD/////AAAAAA=="/>
              </a:ext>
            </a:extLst>
          </p:cNvGrpSpPr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sp>
          <p:nvSpPr>
            <p:cNvPr id="5" name="Freeform 5"/>
            <p:cNvSpPr>
              <a:extLst>
                <a:ext uri="smNativeData">
                  <pr:smNativeData xmlns:pr="smNativeData" xmlns="smNativeData" val="SMDATA_15_NH3EaBMAAAAlAAAACwAAAA0AAAAAAAAAAAAAAAAAlgAAYFQAAAAAAAAAAAAAAAAAAAEAAABQAAAAAAAAAAAA4D8AAAAAAADgPwAAAAAAAOA/AAAAAAAA4D8AAAAAAADgPwAAAAAAAOA/AAAAAAAA4D8AAAAAAADgPwAAAAAAAOA/AAAAAAAA4D8CAAAAjAAAAAE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AAAAAAAAAACAcAAASD8AAAAAAAAmAAAACAAAAP//////////"/>
                </a:ext>
              </a:extLst>
            </p:cNvSpPr>
            <p:nvPr/>
          </p:nvSpPr>
          <p:spPr>
            <a:xfrm>
              <a:off x="0" y="0"/>
              <a:ext cx="18288000" cy="10287000"/>
            </a:xfrm>
            <a:custGeom>
              <a:avLst/>
              <a:gdLst/>
              <a:ahLst/>
              <a:cxnLst/>
              <a:rect l="0" t="0" r="18288000" b="10287000"/>
              <a:pathLst>
                <a:path w="18288000" h="10287000">
                  <a:moveTo>
                    <a:pt x="0" y="0"/>
                  </a:moveTo>
                  <a:lnTo>
                    <a:pt x="18288000" y="0"/>
                  </a:lnTo>
                  <a:lnTo>
                    <a:pt x="18288000" y="10287000"/>
                  </a:lnTo>
                  <a:lnTo>
                    <a:pt x="0" y="102870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</p:sp>
      </p:grpSp>
      <p:sp>
        <p:nvSpPr>
          <p:cNvPr id="6" name="TextBox 6"/>
          <p:cNvSpPr>
            <a:extLst>
              <a:ext uri="smNativeData">
                <pr:smNativeData xmlns:pr="smNativeData" xmlns="smNativeData" val="SMDATA_15_NH3EaB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WS0AACoCAAAmQwAAHwUAABAgAAAmAAAACAAAAP//////////"/>
              </a:ext>
            </a:extLst>
          </p:cNvSpPr>
          <p:nvPr/>
        </p:nvSpPr>
        <p:spPr>
          <a:xfrm>
            <a:off x="7371715" y="351790"/>
            <a:ext cx="3543935" cy="48069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 algn="ctr">
              <a:lnSpc>
                <a:spcPts val="3435"/>
              </a:lnSpc>
              <a:defRPr lang="en-us"/>
            </a:pPr>
            <a:r>
              <a:rPr lang="en-us" sz="2750" cap="none">
                <a:solidFill>
                  <a:srgbClr val="201B18"/>
                </a:solidFill>
                <a:latin typeface="Arimo" pitchFamily="0" charset="1"/>
                <a:ea typeface="Arimo" pitchFamily="0" charset="1"/>
                <a:cs typeface="Arimo" pitchFamily="0" charset="1"/>
              </a:rPr>
              <a:t>Договор</a:t>
            </a:r>
            <a:endParaRPr lang="en-us" sz="2750" cap="none">
              <a:solidFill>
                <a:srgbClr val="201B18"/>
              </a:solidFill>
              <a:latin typeface="Arimo" pitchFamily="0" charset="1"/>
              <a:ea typeface="Arimo" pitchFamily="0" charset="1"/>
              <a:cs typeface="Arimo" pitchFamily="0" charset="1"/>
            </a:endParaRPr>
          </a:p>
        </p:txBody>
      </p:sp>
      <p:sp>
        <p:nvSpPr>
          <p:cNvPr id="7" name="TextBox 7"/>
          <p:cNvSpPr>
            <a:extLst>
              <a:ext uri="smNativeData">
                <pr:smNativeData xmlns:pr="smNativeData" xmlns="smNativeData" val="SMDATA_15_NH3EaB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rCIAAFAGAADUTQAAywcAABAgAAAmAAAACAAAAP//////////"/>
              </a:ext>
            </a:extLst>
          </p:cNvSpPr>
          <p:nvPr/>
        </p:nvSpPr>
        <p:spPr>
          <a:xfrm>
            <a:off x="5636260" y="1026160"/>
            <a:ext cx="7015480" cy="24066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 algn="ctr">
              <a:lnSpc>
                <a:spcPts val="1685"/>
              </a:lnSpc>
              <a:defRPr lang="en-us"/>
            </a:pPr>
            <a:r>
              <a:rPr lang="en-us" sz="1375" cap="none">
                <a:solidFill>
                  <a:srgbClr val="201B18"/>
                </a:solidFill>
                <a:latin typeface="Arimo" pitchFamily="0" charset="1"/>
                <a:ea typeface="Arimo" pitchFamily="0" charset="1"/>
                <a:cs typeface="Arimo" pitchFamily="0" charset="1"/>
              </a:rPr>
              <a:t>Съкратен договор за изготвяне на проект — „Онлайн магазин за спортни стоки"</a:t>
            </a:r>
            <a:endParaRPr lang="en-us" sz="1375" cap="none">
              <a:solidFill>
                <a:srgbClr val="201B18"/>
              </a:solidFill>
              <a:latin typeface="Arimo" pitchFamily="0" charset="1"/>
              <a:ea typeface="Arimo" pitchFamily="0" charset="1"/>
              <a:cs typeface="Arimo" pitchFamily="0" charset="1"/>
            </a:endParaRPr>
          </a:p>
        </p:txBody>
      </p:sp>
      <p:sp>
        <p:nvSpPr>
          <p:cNvPr id="8" name="TextBox 8"/>
          <p:cNvSpPr>
            <a:extLst>
              <a:ext uri="smNativeData">
                <pr:smNativeData xmlns:pr="smNativeData" xmlns="smNativeData" val="SMDATA_15_NH3EaB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DQMAAN0IAABzbQAAfwoAABAgAAAmAAAACAAAAP//////////"/>
              </a:ext>
            </a:extLst>
          </p:cNvSpPr>
          <p:nvPr/>
        </p:nvSpPr>
        <p:spPr>
          <a:xfrm>
            <a:off x="495935" y="1440815"/>
            <a:ext cx="17296130" cy="26543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 algn="ctr">
              <a:lnSpc>
                <a:spcPts val="1750"/>
              </a:lnSpc>
              <a:defRPr lang="en-us"/>
            </a:pPr>
            <a:r>
              <a:rPr lang="en-us" sz="1060" cap="none">
                <a:solidFill>
                  <a:srgbClr val="504C49"/>
                </a:solidFill>
                <a:latin typeface="Source Han Sans JP" pitchFamily="0" charset="1"/>
                <a:ea typeface="Source Han Sans JP" pitchFamily="0" charset="1"/>
                <a:cs typeface="Source Han Sans JP" pitchFamily="0" charset="1"/>
              </a:rPr>
              <a:t>Дата: 12.09.2025 г.</a:t>
            </a:r>
            <a:endParaRPr lang="en-us" sz="1060" cap="none">
              <a:solidFill>
                <a:srgbClr val="504C49"/>
              </a:solidFill>
              <a:latin typeface="Source Han Sans JP" pitchFamily="0" charset="1"/>
              <a:ea typeface="Source Han Sans JP" pitchFamily="0" charset="1"/>
              <a:cs typeface="Source Han Sans JP" pitchFamily="0" charset="1"/>
            </a:endParaRPr>
          </a:p>
        </p:txBody>
      </p:sp>
      <p:sp>
        <p:nvSpPr>
          <p:cNvPr id="9" name="TextBox 9"/>
          <p:cNvSpPr>
            <a:extLst>
              <a:ext uri="smNativeData">
                <pr:smNativeData xmlns:pr="smNativeData" xmlns="smNativeData" val="SMDATA_15_NH3EaB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DQMAAD4LAABzbQAA3wwAABAgAAAmAAAACAAAAP//////////"/>
              </a:ext>
            </a:extLst>
          </p:cNvSpPr>
          <p:nvPr/>
        </p:nvSpPr>
        <p:spPr>
          <a:xfrm>
            <a:off x="495935" y="1827530"/>
            <a:ext cx="17296130" cy="26479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 algn="ctr">
              <a:lnSpc>
                <a:spcPts val="1750"/>
              </a:lnSpc>
              <a:defRPr lang="en-us"/>
            </a:pPr>
            <a:r>
              <a:rPr lang="en-us" sz="1060" cap="none">
                <a:solidFill>
                  <a:srgbClr val="504C49"/>
                </a:solidFill>
                <a:latin typeface="Source Han Sans JP" pitchFamily="0" charset="1"/>
                <a:ea typeface="Source Han Sans JP" pitchFamily="0" charset="1"/>
                <a:cs typeface="Source Han Sans JP" pitchFamily="0" charset="1"/>
              </a:rPr>
              <a:t>Страни: Възложител: ДДЗ ООД, ЕИК: 121454, адрес: "Драган Драганов" 2.</a:t>
            </a:r>
            <a:endParaRPr lang="en-us" sz="1060" cap="none">
              <a:solidFill>
                <a:srgbClr val="504C49"/>
              </a:solidFill>
              <a:latin typeface="Source Han Sans JP" pitchFamily="0" charset="1"/>
              <a:ea typeface="Source Han Sans JP" pitchFamily="0" charset="1"/>
              <a:cs typeface="Source Han Sans JP" pitchFamily="0" charset="1"/>
            </a:endParaRPr>
          </a:p>
        </p:txBody>
      </p:sp>
      <p:sp>
        <p:nvSpPr>
          <p:cNvPr id="10" name="TextBox 10"/>
          <p:cNvSpPr>
            <a:extLst>
              <a:ext uri="smNativeData">
                <pr:smNativeData xmlns:pr="smNativeData" xmlns="smNativeData" val="SMDATA_15_NH3EaB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DQMAAJ4NAABzbQAAPw8AABAgAAAmAAAACAAAAP//////////"/>
              </a:ext>
            </a:extLst>
          </p:cNvSpPr>
          <p:nvPr/>
        </p:nvSpPr>
        <p:spPr>
          <a:xfrm>
            <a:off x="495935" y="2213610"/>
            <a:ext cx="17296130" cy="26479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 algn="ctr">
              <a:lnSpc>
                <a:spcPts val="1750"/>
              </a:lnSpc>
              <a:defRPr lang="en-us"/>
            </a:pPr>
            <a:r>
              <a:rPr lang="en-us" sz="1060" cap="none">
                <a:solidFill>
                  <a:srgbClr val="504C49"/>
                </a:solidFill>
                <a:latin typeface="Source Han Sans JP" pitchFamily="0" charset="1"/>
                <a:ea typeface="Source Han Sans JP" pitchFamily="0" charset="1"/>
                <a:cs typeface="Source Han Sans JP" pitchFamily="0" charset="1"/>
              </a:rPr>
              <a:t>Изпълнител: SportGoods, ЕИК: 3434563, адрес: "Иван Иванов" 1.</a:t>
            </a:r>
            <a:endParaRPr lang="en-us" sz="1060" cap="none">
              <a:solidFill>
                <a:srgbClr val="504C49"/>
              </a:solidFill>
              <a:latin typeface="Source Han Sans JP" pitchFamily="0" charset="1"/>
              <a:ea typeface="Source Han Sans JP" pitchFamily="0" charset="1"/>
              <a:cs typeface="Source Han Sans JP" pitchFamily="0" charset="1"/>
            </a:endParaRPr>
          </a:p>
        </p:txBody>
      </p:sp>
      <p:grpSp>
        <p:nvGrpSpPr>
          <p:cNvPr id="11" name="Group 11"/>
          <p:cNvGrpSpPr>
            <a:extLst>
              <a:ext uri="smNativeData">
                <pr:smNativeData xmlns:pr="smNativeData" xmlns="smNativeData" val="SMDATA_6_NH3EaBMAAAAlAAAAAQAAAA8BAAAAkAAAAEgAAACQAAAASAAAAAAAAAAAAAAAAAAAABcAAAAUAAAAAAAAAAAAAAD/fwAA/38AAAAAAAAJAAAABAAAAP////8fAAAAVAAAAAAAAAAAAAAAAAAAAAAAAAAAAAAAAAAAAAAAAAAAAAAAAAAAAAAAAAAAAAAAAAAAAAAAAAAAAAAAAAAAAAAAAAAAAAAAAAAAAAAAAAAAAAAAAAAAACEAAAAYAAAAFAAAAP4CAAArEAAA3zcAAC0fAAAQAAAAJgAAAAgAAAD/////AAAAAA=="/>
              </a:ext>
            </a:extLst>
          </p:cNvGrpSpPr>
          <p:nvPr/>
        </p:nvGrpSpPr>
        <p:grpSpPr>
          <a:xfrm>
            <a:off x="486410" y="2628265"/>
            <a:ext cx="8595995" cy="2439670"/>
            <a:chOff x="486410" y="2628265"/>
            <a:chExt cx="8595995" cy="2439670"/>
          </a:xfrm>
        </p:grpSpPr>
        <p:sp>
          <p:nvSpPr>
            <p:cNvPr id="13" name="Freeform 12"/>
            <p:cNvSpPr>
              <a:extLst>
                <a:ext uri="smNativeData">
                  <pr:smNativeData xmlns:pr="smNativeData" xmlns="smNativeData" val="SMDATA_15_NH3EaBMAAAAlAAAACwAAAA0AAAAAFAAAABQAAABuRgAA7xMAAAAAAAAAAAAAAAAAAAEAAABQAAAAAAAAAAAA4D8AAAAAAADgPwAAAAAAAOA/AAAAAAAA4D8AAAAAAADgPwAAAAAAAOA/AAAAAAAA4D8AAAAAAADgPwAAAAAAAOA/AAAAAAAA4D8CAAAAjAAAAAE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DQMAADoQAADQNwAAHh8AAAAAAAAmAAAACAAAAP//////////"/>
                </a:ext>
              </a:extLst>
            </p:cNvSpPr>
            <p:nvPr/>
          </p:nvSpPr>
          <p:spPr>
            <a:xfrm>
              <a:off x="495935" y="2637790"/>
              <a:ext cx="8576945" cy="2420620"/>
            </a:xfrm>
            <a:custGeom>
              <a:avLst/>
              <a:gdLst/>
              <a:ahLst/>
              <a:cxnLst/>
              <a:rect l="0" t="0" r="8576945" b="2420620"/>
              <a:pathLst>
                <a:path w="8576945" h="2420620">
                  <a:moveTo>
                    <a:pt x="0" y="21239"/>
                  </a:moveTo>
                  <a:cubicBezTo>
                    <a:pt x="0" y="9524"/>
                    <a:pt x="9524" y="0"/>
                    <a:pt x="21335" y="0"/>
                  </a:cubicBezTo>
                  <a:lnTo>
                    <a:pt x="8555609" y="0"/>
                  </a:lnTo>
                  <a:cubicBezTo>
                    <a:pt x="8567420" y="0"/>
                    <a:pt x="8576945" y="9524"/>
                    <a:pt x="8576945" y="21239"/>
                  </a:cubicBezTo>
                  <a:lnTo>
                    <a:pt x="8576945" y="2399381"/>
                  </a:lnTo>
                  <a:cubicBezTo>
                    <a:pt x="8576945" y="2411096"/>
                    <a:pt x="8567420" y="2420620"/>
                    <a:pt x="8555609" y="2420620"/>
                  </a:cubicBezTo>
                  <a:lnTo>
                    <a:pt x="21335" y="2420620"/>
                  </a:lnTo>
                  <a:cubicBezTo>
                    <a:pt x="9524" y="2420620"/>
                    <a:pt x="0" y="2411096"/>
                    <a:pt x="0" y="239938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</p:sp>
        <p:sp>
          <p:nvSpPr>
            <p:cNvPr id="12" name="Freeform 13"/>
            <p:cNvSpPr>
              <a:extLst>
                <a:ext uri="smNativeData">
                  <pr:smNativeData xmlns:pr="smNativeData" xmlns="smNativeData" val="SMDATA_15_NH3EaBMAAAAlAAAACwAAAA0AAAAAAAAAAAAAAACCRgAAAxQAAAAAAAAAAAAAAAAAAAEAAABQAAAAAAAAAAAA4D8AAAAAAADgPwAAAAAAAOA/AAAAAAAA4D8AAAAAAADgPwAAAAAAAOA/AAAAAAAA4D8AAAAAAADgPwAAAAAAAOA/AAAAAAAA4D8CAAAAjAAAAAEAAAAAAAAA2NTU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2NTUAP///wEAAAAAAAAAAAAAAAAAAAAAAAAAAAAAAAAAAAAAAAAAAAAAAAB/f38A7uzhA8zMzADAwP8Af39/AAAAAAAAAAAAAAAAAAAAAAAAAAAAIQAAABgAAAAUAAAA/gIAACsQAADfNwAALR8AAAAAAAAmAAAACAAAAP//////////"/>
                </a:ext>
              </a:extLst>
            </p:cNvSpPr>
            <p:nvPr/>
          </p:nvSpPr>
          <p:spPr>
            <a:xfrm>
              <a:off x="486410" y="2628265"/>
              <a:ext cx="8595995" cy="2439670"/>
            </a:xfrm>
            <a:custGeom>
              <a:avLst/>
              <a:gdLst/>
              <a:ahLst/>
              <a:cxnLst/>
              <a:rect l="0" t="0" r="8595995" b="2439670"/>
              <a:pathLst>
                <a:path w="8595995" h="2439670">
                  <a:moveTo>
                    <a:pt x="0" y="30764"/>
                  </a:moveTo>
                  <a:cubicBezTo>
                    <a:pt x="0" y="13715"/>
                    <a:pt x="13906" y="0"/>
                    <a:pt x="30860" y="0"/>
                  </a:cubicBezTo>
                  <a:lnTo>
                    <a:pt x="8565134" y="0"/>
                  </a:lnTo>
                  <a:lnTo>
                    <a:pt x="8565134" y="9524"/>
                  </a:lnTo>
                  <a:lnTo>
                    <a:pt x="8565134" y="0"/>
                  </a:lnTo>
                  <a:cubicBezTo>
                    <a:pt x="8582183" y="0"/>
                    <a:pt x="8595995" y="13715"/>
                    <a:pt x="8595995" y="30764"/>
                  </a:cubicBezTo>
                  <a:lnTo>
                    <a:pt x="8586470" y="30764"/>
                  </a:lnTo>
                  <a:lnTo>
                    <a:pt x="8595995" y="30764"/>
                  </a:lnTo>
                  <a:lnTo>
                    <a:pt x="8595995" y="2408906"/>
                  </a:lnTo>
                  <a:lnTo>
                    <a:pt x="8586470" y="2408906"/>
                  </a:lnTo>
                  <a:lnTo>
                    <a:pt x="8595995" y="2408906"/>
                  </a:lnTo>
                  <a:cubicBezTo>
                    <a:pt x="8595995" y="2425955"/>
                    <a:pt x="8582088" y="2439670"/>
                    <a:pt x="8565134" y="2439670"/>
                  </a:cubicBezTo>
                  <a:lnTo>
                    <a:pt x="8565134" y="2430146"/>
                  </a:lnTo>
                  <a:lnTo>
                    <a:pt x="8565134" y="2439670"/>
                  </a:lnTo>
                  <a:lnTo>
                    <a:pt x="30860" y="2439670"/>
                  </a:lnTo>
                  <a:lnTo>
                    <a:pt x="30860" y="2430146"/>
                  </a:lnTo>
                  <a:lnTo>
                    <a:pt x="30860" y="2439670"/>
                  </a:lnTo>
                  <a:cubicBezTo>
                    <a:pt x="13811" y="2439670"/>
                    <a:pt x="0" y="2425955"/>
                    <a:pt x="0" y="2408906"/>
                  </a:cubicBezTo>
                  <a:lnTo>
                    <a:pt x="0" y="30764"/>
                  </a:lnTo>
                  <a:lnTo>
                    <a:pt x="9524" y="30764"/>
                  </a:lnTo>
                  <a:lnTo>
                    <a:pt x="0" y="30764"/>
                  </a:lnTo>
                  <a:moveTo>
                    <a:pt x="19049" y="30764"/>
                  </a:moveTo>
                  <a:lnTo>
                    <a:pt x="19049" y="2408906"/>
                  </a:lnTo>
                  <a:lnTo>
                    <a:pt x="9524" y="2408906"/>
                  </a:lnTo>
                  <a:lnTo>
                    <a:pt x="19049" y="2408906"/>
                  </a:lnTo>
                  <a:cubicBezTo>
                    <a:pt x="19049" y="2415288"/>
                    <a:pt x="24288" y="2420621"/>
                    <a:pt x="30860" y="2420621"/>
                  </a:cubicBezTo>
                  <a:lnTo>
                    <a:pt x="8565134" y="2420621"/>
                  </a:lnTo>
                  <a:cubicBezTo>
                    <a:pt x="8571706" y="2420621"/>
                    <a:pt x="8576945" y="2415288"/>
                    <a:pt x="8576945" y="2408906"/>
                  </a:cubicBezTo>
                  <a:lnTo>
                    <a:pt x="8576945" y="30764"/>
                  </a:lnTo>
                  <a:cubicBezTo>
                    <a:pt x="8576945" y="24382"/>
                    <a:pt x="8571706" y="19049"/>
                    <a:pt x="8565134" y="19049"/>
                  </a:cubicBezTo>
                  <a:lnTo>
                    <a:pt x="30860" y="19049"/>
                  </a:lnTo>
                  <a:lnTo>
                    <a:pt x="30860" y="9524"/>
                  </a:lnTo>
                  <a:lnTo>
                    <a:pt x="30860" y="19049"/>
                  </a:lnTo>
                  <a:cubicBezTo>
                    <a:pt x="24288" y="19049"/>
                    <a:pt x="19049" y="24382"/>
                    <a:pt x="19049" y="30764"/>
                  </a:cubicBezTo>
                  <a:close/>
                </a:path>
              </a:pathLst>
            </a:custGeom>
            <a:solidFill>
              <a:srgbClr val="D8D4D4"/>
            </a:solidFill>
            <a:ln>
              <a:noFill/>
            </a:ln>
            <a:effectLst/>
          </p:spPr>
        </p:sp>
      </p:grpSp>
      <p:grpSp>
        <p:nvGrpSpPr>
          <p:cNvPr id="14" name="Group 14"/>
          <p:cNvGrpSpPr>
            <a:extLst>
              <a:ext uri="smNativeData">
                <pr:smNativeData xmlns:pr="smNativeData" xmlns="smNativeData" val="SMDATA_6_NH3EaBMAAAAlAAAAAQAAAA8BAAAAkAAAAEgAAACQAAAASAAAAAAAAAAAAAAAAAAAABcAAAAUAAAAAAAAAAAAAAD/fwAA/38AAAAAAAAJAAAABAAAANABAAAfAAAAVAAAAAAAAAAAAAAAAAAAAAAAAAAAAAAAAAAAAAAAAAAAAAAAAAAAAAAAAAAAAAAAAAAAAAAAAAAAAAAAAAAAAAAAAAAAAAAAAAAAAAAAAAAAAAAAAAAAACEAAAAYAAAAFAAAACsDAABYEAAAsjcAAPYSAAAQAAAAJgAAAAgAAAD/////AAAAAA=="/>
              </a:ext>
            </a:extLst>
          </p:cNvGrpSpPr>
          <p:nvPr/>
        </p:nvGrpSpPr>
        <p:grpSpPr>
          <a:xfrm>
            <a:off x="514985" y="2656840"/>
            <a:ext cx="8538845" cy="425450"/>
            <a:chOff x="514985" y="2656840"/>
            <a:chExt cx="8538845" cy="425450"/>
          </a:xfrm>
        </p:grpSpPr>
        <p:sp>
          <p:nvSpPr>
            <p:cNvPr id="15" name="Freeform 15"/>
            <p:cNvSpPr>
              <a:extLst>
                <a:ext uri="smNativeData">
                  <pr:smNativeData xmlns:pr="smNativeData" xmlns="smNativeData" val="SMDATA_15_NH3EaBMAAAAlAAAACwAAAA0AAAAAAAAAAAAAAAAKRgAAfQMAAAAAAAAAAAAAAAAAAAEAAABQAAAAAAAAAAAA4D8AAAAAAADgPwAAAAAAAOA/AAAAAAAA4D8AAAAAAADgPwAAAAAAAOA/AAAAAAAA4D8AAAAAAADgPwAAAAAAAOA/AAAAAAAA4D8CAAAAjAAAAAEAAAAAAAAA+ff3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+ff3AP///wEAAAAAAAAAAAAAAAAAAAAAAAAAAAAAAAAAAAAAAAAAAAAAAAB/f38A7uzhA8zMzADAwP8Af39/AAAAAAAAAAAAAAAAAAAAAAAAAAAAIQAAABgAAAAUAAAAKwMAAFgQAACyNwAA9hIAAAAAAAAmAAAACAAAAP//////////"/>
                </a:ext>
              </a:extLst>
            </p:cNvSpPr>
            <p:nvPr/>
          </p:nvSpPr>
          <p:spPr>
            <a:xfrm>
              <a:off x="514985" y="2656840"/>
              <a:ext cx="8538845" cy="425450"/>
            </a:xfrm>
            <a:custGeom>
              <a:avLst/>
              <a:gdLst/>
              <a:ahLst/>
              <a:cxnLst/>
              <a:rect l="0" t="0" r="8538845" b="425450"/>
              <a:pathLst>
                <a:path w="8538845" h="425450">
                  <a:moveTo>
                    <a:pt x="0" y="0"/>
                  </a:moveTo>
                  <a:lnTo>
                    <a:pt x="8538845" y="0"/>
                  </a:lnTo>
                  <a:lnTo>
                    <a:pt x="8538845" y="425450"/>
                  </a:lnTo>
                  <a:lnTo>
                    <a:pt x="0" y="425450"/>
                  </a:lnTo>
                  <a:close/>
                </a:path>
              </a:pathLst>
            </a:custGeom>
            <a:solidFill>
              <a:srgbClr val="F9F7F7"/>
            </a:solidFill>
            <a:ln>
              <a:noFill/>
            </a:ln>
            <a:effectLst/>
          </p:spPr>
        </p:sp>
      </p:grpSp>
      <p:grpSp>
        <p:nvGrpSpPr>
          <p:cNvPr id="16" name="Group 16"/>
          <p:cNvGrpSpPr>
            <a:extLst>
              <a:ext uri="smNativeData">
                <pr:smNativeData xmlns:pr="smNativeData" xmlns="smNativeData" val="SMDATA_6_NH3EaBMAAAAlAAAAAQAAAA8BAAAAkAAAAEgAAACQAAAASAAAAAAAAAAAAAAAAAAAABcAAAAUAAAAAAAAAAAAAAD/fwAA/38AAAAAAAAJAAAABAAAABMBAAAfAAAAVAAAAAAAAAAAAAAAAAAAAAAAAAAAAAAAAAAAAAAAAAAAAAAAAAAAAAAAAAAAAAAAAAAAAAAAAAAAAAAAAAAAAAAAAAAAAAAAAAAAAAAAAAAAAAAAAAAAACEAAAAYAAAAFAAAAMccAADVEAAAFh4AAHgSAAAQAAAAJgAAAAgAAAD/////AAAAAA=="/>
              </a:ext>
            </a:extLst>
          </p:cNvGrpSpPr>
          <p:nvPr/>
        </p:nvGrpSpPr>
        <p:grpSpPr>
          <a:xfrm>
            <a:off x="4678045" y="2736215"/>
            <a:ext cx="212725" cy="266065"/>
            <a:chOff x="4678045" y="2736215"/>
            <a:chExt cx="212725" cy="266065"/>
          </a:xfrm>
        </p:grpSpPr>
        <p:sp>
          <p:nvSpPr>
            <p:cNvPr id="17" name="Freeform 17" descr="preencoded.png"/>
            <p:cNvSpPr>
              <a:extLst>
                <a:ext uri="smNativeData">
                  <pr:smNativeData xmlns:pr="smNativeData" xmlns="smNativeData" val="SMDATA_15_NH3EaBMAAAAlAAAACwAAAA0AAAAAAAAAAAAAAAC+AQAALgIAAAAAAAAAAAAAAAAAAAEAAABQAAAAAAAAAAAA4D8AAAAAAADgPwAAAAAAAOA/AAAAAAAA4D8AAAAAAADgPwAAAAAAAOA/AAAAAAAA4D8AAAAAAADgPwAAAAAAAOA/AAAAAAAA4D8CAAAAjAAAAAEAAAACAAAA////AP///wgAAAAAAAAAAICtvZnfzURMi56QYroUAwwB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qP////////+q////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xxwAANUQAAAWHgAAeBIAAAAAAAAmAAAACAAAAP//////////"/>
                </a:ext>
              </a:extLst>
            </p:cNvSpPr>
            <p:nvPr/>
          </p:nvSpPr>
          <p:spPr>
            <a:xfrm>
              <a:off x="4678045" y="2736215"/>
              <a:ext cx="212725" cy="266065"/>
            </a:xfrm>
            <a:custGeom>
              <a:avLst/>
              <a:gdLst/>
              <a:ahLst/>
              <a:cxnLst/>
              <a:rect l="0" t="0" r="212725" b="266065"/>
              <a:pathLst>
                <a:path w="212725" h="266065">
                  <a:moveTo>
                    <a:pt x="0" y="0"/>
                  </a:moveTo>
                  <a:lnTo>
                    <a:pt x="212725" y="0"/>
                  </a:lnTo>
                  <a:lnTo>
                    <a:pt x="212725" y="266065"/>
                  </a:lnTo>
                  <a:lnTo>
                    <a:pt x="0" y="2660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rcRect/>
              <a:stretch>
                <a:fillRect l="0" t="-880" r="-10" b="-860"/>
              </a:stretch>
            </a:blipFill>
            <a:ln>
              <a:noFill/>
            </a:ln>
            <a:effectLst/>
          </p:spPr>
        </p:sp>
      </p:grpSp>
      <p:sp>
        <p:nvSpPr>
          <p:cNvPr id="18" name="TextBox 18"/>
          <p:cNvSpPr>
            <a:extLst>
              <a:ext uri="smNativeData">
                <pr:smNativeData xmlns:pr="smNativeData" xmlns="smNativeData" val="SMDATA_15_NH3EaB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CgQAALcTAAB9DwAAMhUAABAgAAAmAAAACAAAAP//////////"/>
              </a:ext>
            </a:extLst>
          </p:cNvSpPr>
          <p:nvPr/>
        </p:nvSpPr>
        <p:spPr>
          <a:xfrm>
            <a:off x="656590" y="3204845"/>
            <a:ext cx="1861185" cy="24066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 algn="l">
              <a:lnSpc>
                <a:spcPts val="1685"/>
              </a:lnSpc>
              <a:defRPr lang="en-us"/>
            </a:pPr>
            <a:r>
              <a:rPr lang="en-us" sz="1375" cap="none">
                <a:solidFill>
                  <a:srgbClr val="504C49"/>
                </a:solidFill>
                <a:latin typeface="Arimo" pitchFamily="0" charset="1"/>
                <a:ea typeface="Arimo" pitchFamily="0" charset="1"/>
                <a:cs typeface="Arimo" pitchFamily="0" charset="1"/>
              </a:rPr>
              <a:t>Предмет на договора</a:t>
            </a:r>
            <a:endParaRPr lang="en-us" sz="1375" cap="none">
              <a:solidFill>
                <a:srgbClr val="504C49"/>
              </a:solidFill>
              <a:latin typeface="Arimo" pitchFamily="0" charset="1"/>
              <a:ea typeface="Arimo" pitchFamily="0" charset="1"/>
              <a:cs typeface="Arimo" pitchFamily="0" charset="1"/>
            </a:endParaRPr>
          </a:p>
        </p:txBody>
      </p:sp>
      <p:sp>
        <p:nvSpPr>
          <p:cNvPr id="19" name="TextBox 19"/>
          <p:cNvSpPr>
            <a:extLst>
              <a:ext uri="smNativeData">
                <pr:smNativeData xmlns:pr="smNativeData" xmlns="smNativeData" val="SMDATA_15_NH3EaB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CgQAAHsVAADTNgAAghgAABAgAAAmAAAACAAAAP//////////"/>
              </a:ext>
            </a:extLst>
          </p:cNvSpPr>
          <p:nvPr/>
        </p:nvSpPr>
        <p:spPr>
          <a:xfrm>
            <a:off x="656590" y="3491865"/>
            <a:ext cx="8255635" cy="4921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 algn="l">
              <a:lnSpc>
                <a:spcPts val="1750"/>
              </a:lnSpc>
              <a:defRPr lang="en-us"/>
            </a:pPr>
            <a:r>
              <a:rPr lang="en-us" sz="1060" cap="none">
                <a:solidFill>
                  <a:srgbClr val="504C49"/>
                </a:solidFill>
                <a:latin typeface="Source Han Sans JP" pitchFamily="0" charset="1"/>
                <a:ea typeface="Source Han Sans JP" pitchFamily="0" charset="1"/>
                <a:cs typeface="Source Han Sans JP" pitchFamily="0" charset="1"/>
              </a:rPr>
              <a:t>Изпълнителят проектира, разработва и предава софтуерна система „Онлайн магазин за спортни стоки“ съгласно приложенията.</a:t>
            </a:r>
            <a:endParaRPr lang="en-us" sz="1060" cap="none">
              <a:solidFill>
                <a:srgbClr val="504C49"/>
              </a:solidFill>
              <a:latin typeface="Source Han Sans JP" pitchFamily="0" charset="1"/>
              <a:ea typeface="Source Han Sans JP" pitchFamily="0" charset="1"/>
              <a:cs typeface="Source Han Sans JP" pitchFamily="0" charset="1"/>
            </a:endParaRPr>
          </a:p>
        </p:txBody>
      </p:sp>
      <p:grpSp>
        <p:nvGrpSpPr>
          <p:cNvPr id="20" name="Group 20"/>
          <p:cNvGrpSpPr>
            <a:extLst>
              <a:ext uri="smNativeData">
                <pr:smNativeData xmlns:pr="smNativeData" xmlns="smNativeData" val="SMDATA_6_NH3EaBMAAAAlAAAAAQAAAA8BAAAAkAAAAEgAAACQAAAASAAAAAAAAAAAAAAAAAAAABcAAAAUAAAAAAAAAAAAAAD/fwAA/38AAAAAAAAJAAAABAAAAH4DAAAfAAAAVAAAAAAAAAAAAAAAAAAAAAAAAAAAAAAAAAAAAAAAAAAAAAAAAAAAAAAAAAAAAAAAAAAAAAAAAAAAAAAAAAAAAAAAAAAAAAAAAAAAAAAAAAAAAAAAAAAAACEAAAAYAAAAFAAAAKE4AAArEAAAgm0AAC0fAAAQAAAAJgAAAAgAAAD/////AAAAAA=="/>
              </a:ext>
            </a:extLst>
          </p:cNvGrpSpPr>
          <p:nvPr/>
        </p:nvGrpSpPr>
        <p:grpSpPr>
          <a:xfrm>
            <a:off x="9205595" y="2628265"/>
            <a:ext cx="8595995" cy="2439670"/>
            <a:chOff x="9205595" y="2628265"/>
            <a:chExt cx="8595995" cy="2439670"/>
          </a:xfrm>
        </p:grpSpPr>
        <p:sp>
          <p:nvSpPr>
            <p:cNvPr id="22" name="Freeform 21"/>
            <p:cNvSpPr>
              <a:extLst>
                <a:ext uri="smNativeData">
                  <pr:smNativeData xmlns:pr="smNativeData" xmlns="smNativeData" val="SMDATA_15_NH3EaBMAAAAlAAAACwAAAA0AAAAAFAAAABQAAABuRgAA7xMAAAAAAAAAAAAAAAAAAAEAAABQAAAAAAAAAAAA4D8AAAAAAADgPwAAAAAAAOA/AAAAAAAA4D8AAAAAAADgPwAAAAAAAOA/AAAAAAAA4D8AAAAAAADgPwAAAAAAAOA/AAAAAAAA4D8CAAAAjAAAAAE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sDgAADoQAABzbQAAHh8AAAAAAAAmAAAACAAAAP//////////"/>
                </a:ext>
              </a:extLst>
            </p:cNvSpPr>
            <p:nvPr/>
          </p:nvSpPr>
          <p:spPr>
            <a:xfrm>
              <a:off x="9215120" y="2637790"/>
              <a:ext cx="8576945" cy="2420620"/>
            </a:xfrm>
            <a:custGeom>
              <a:avLst/>
              <a:gdLst/>
              <a:ahLst/>
              <a:cxnLst/>
              <a:rect l="0" t="0" r="8576945" b="2420620"/>
              <a:pathLst>
                <a:path w="8576945" h="2420620">
                  <a:moveTo>
                    <a:pt x="0" y="21239"/>
                  </a:moveTo>
                  <a:cubicBezTo>
                    <a:pt x="0" y="9524"/>
                    <a:pt x="9524" y="0"/>
                    <a:pt x="21335" y="0"/>
                  </a:cubicBezTo>
                  <a:lnTo>
                    <a:pt x="8555609" y="0"/>
                  </a:lnTo>
                  <a:cubicBezTo>
                    <a:pt x="8567420" y="0"/>
                    <a:pt x="8576945" y="9524"/>
                    <a:pt x="8576945" y="21239"/>
                  </a:cubicBezTo>
                  <a:lnTo>
                    <a:pt x="8576945" y="2399381"/>
                  </a:lnTo>
                  <a:cubicBezTo>
                    <a:pt x="8576945" y="2411096"/>
                    <a:pt x="8567420" y="2420620"/>
                    <a:pt x="8555609" y="2420620"/>
                  </a:cubicBezTo>
                  <a:lnTo>
                    <a:pt x="21335" y="2420620"/>
                  </a:lnTo>
                  <a:cubicBezTo>
                    <a:pt x="9524" y="2420620"/>
                    <a:pt x="0" y="2411096"/>
                    <a:pt x="0" y="239938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</p:sp>
        <p:sp>
          <p:nvSpPr>
            <p:cNvPr id="21" name="Freeform 22"/>
            <p:cNvSpPr>
              <a:extLst>
                <a:ext uri="smNativeData">
                  <pr:smNativeData xmlns:pr="smNativeData" xmlns="smNativeData" val="SMDATA_15_NH3EaBMAAAAlAAAACwAAAA0AAAAAAAAAAAAAAACCRgAAAxQAAAAAAAAAAAAAAAAAAAEAAABQAAAAAAAAAAAA4D8AAAAAAADgPwAAAAAAAOA/AAAAAAAA4D8AAAAAAADgPwAAAAAAAOA/AAAAAAAA4D8AAAAAAADgPwAAAAAAAOA/AAAAAAAA4D8CAAAAjAAAAAEAAAAAAAAA2NTU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2NTUAP///wEAAAAAAAAAAAAAAAAAAAAAAAAAAAAAAAAAAAAAAAAAAAAAAAB/f38A7uzhA8zMzADAwP8Af39/AAAAAAAAAAAAAAAAAAAAAAAAAAAAIQAAABgAAAAUAAAAoTgAACsQAACCbQAALR8AAAAAAAAmAAAACAAAAP//////////"/>
                </a:ext>
              </a:extLst>
            </p:cNvSpPr>
            <p:nvPr/>
          </p:nvSpPr>
          <p:spPr>
            <a:xfrm>
              <a:off x="9205595" y="2628265"/>
              <a:ext cx="8595995" cy="2439670"/>
            </a:xfrm>
            <a:custGeom>
              <a:avLst/>
              <a:gdLst/>
              <a:ahLst/>
              <a:cxnLst/>
              <a:rect l="0" t="0" r="8595995" b="2439670"/>
              <a:pathLst>
                <a:path w="8595995" h="2439670">
                  <a:moveTo>
                    <a:pt x="0" y="30764"/>
                  </a:moveTo>
                  <a:cubicBezTo>
                    <a:pt x="0" y="13715"/>
                    <a:pt x="13906" y="0"/>
                    <a:pt x="30860" y="0"/>
                  </a:cubicBezTo>
                  <a:lnTo>
                    <a:pt x="8565134" y="0"/>
                  </a:lnTo>
                  <a:lnTo>
                    <a:pt x="8565134" y="9524"/>
                  </a:lnTo>
                  <a:lnTo>
                    <a:pt x="8565134" y="0"/>
                  </a:lnTo>
                  <a:cubicBezTo>
                    <a:pt x="8582183" y="0"/>
                    <a:pt x="8595995" y="13715"/>
                    <a:pt x="8595995" y="30764"/>
                  </a:cubicBezTo>
                  <a:lnTo>
                    <a:pt x="8586470" y="30764"/>
                  </a:lnTo>
                  <a:lnTo>
                    <a:pt x="8595995" y="30764"/>
                  </a:lnTo>
                  <a:lnTo>
                    <a:pt x="8595995" y="2408906"/>
                  </a:lnTo>
                  <a:lnTo>
                    <a:pt x="8586470" y="2408906"/>
                  </a:lnTo>
                  <a:lnTo>
                    <a:pt x="8595995" y="2408906"/>
                  </a:lnTo>
                  <a:cubicBezTo>
                    <a:pt x="8595995" y="2425955"/>
                    <a:pt x="8582088" y="2439670"/>
                    <a:pt x="8565134" y="2439670"/>
                  </a:cubicBezTo>
                  <a:lnTo>
                    <a:pt x="8565134" y="2430146"/>
                  </a:lnTo>
                  <a:lnTo>
                    <a:pt x="8565134" y="2439670"/>
                  </a:lnTo>
                  <a:lnTo>
                    <a:pt x="30860" y="2439670"/>
                  </a:lnTo>
                  <a:lnTo>
                    <a:pt x="30860" y="2430146"/>
                  </a:lnTo>
                  <a:lnTo>
                    <a:pt x="30860" y="2439670"/>
                  </a:lnTo>
                  <a:cubicBezTo>
                    <a:pt x="13811" y="2439670"/>
                    <a:pt x="0" y="2425955"/>
                    <a:pt x="0" y="2408906"/>
                  </a:cubicBezTo>
                  <a:lnTo>
                    <a:pt x="0" y="30764"/>
                  </a:lnTo>
                  <a:lnTo>
                    <a:pt x="9524" y="30764"/>
                  </a:lnTo>
                  <a:lnTo>
                    <a:pt x="0" y="30764"/>
                  </a:lnTo>
                  <a:moveTo>
                    <a:pt x="19049" y="30764"/>
                  </a:moveTo>
                  <a:lnTo>
                    <a:pt x="19049" y="2408906"/>
                  </a:lnTo>
                  <a:lnTo>
                    <a:pt x="9524" y="2408906"/>
                  </a:lnTo>
                  <a:lnTo>
                    <a:pt x="19049" y="2408906"/>
                  </a:lnTo>
                  <a:cubicBezTo>
                    <a:pt x="19049" y="2415288"/>
                    <a:pt x="24288" y="2420621"/>
                    <a:pt x="30860" y="2420621"/>
                  </a:cubicBezTo>
                  <a:lnTo>
                    <a:pt x="8565134" y="2420621"/>
                  </a:lnTo>
                  <a:cubicBezTo>
                    <a:pt x="8571706" y="2420621"/>
                    <a:pt x="8576945" y="2415288"/>
                    <a:pt x="8576945" y="2408906"/>
                  </a:cubicBezTo>
                  <a:lnTo>
                    <a:pt x="8576945" y="30764"/>
                  </a:lnTo>
                  <a:cubicBezTo>
                    <a:pt x="8576945" y="24382"/>
                    <a:pt x="8571706" y="19049"/>
                    <a:pt x="8565134" y="19049"/>
                  </a:cubicBezTo>
                  <a:lnTo>
                    <a:pt x="30860" y="19049"/>
                  </a:lnTo>
                  <a:lnTo>
                    <a:pt x="30860" y="9524"/>
                  </a:lnTo>
                  <a:lnTo>
                    <a:pt x="30860" y="19049"/>
                  </a:lnTo>
                  <a:cubicBezTo>
                    <a:pt x="24288" y="19049"/>
                    <a:pt x="19049" y="24382"/>
                    <a:pt x="19049" y="30764"/>
                  </a:cubicBezTo>
                  <a:close/>
                </a:path>
              </a:pathLst>
            </a:custGeom>
            <a:solidFill>
              <a:srgbClr val="D8D4D4"/>
            </a:solidFill>
            <a:ln>
              <a:noFill/>
            </a:ln>
            <a:effectLst/>
          </p:spPr>
        </p:sp>
      </p:grpSp>
      <p:grpSp>
        <p:nvGrpSpPr>
          <p:cNvPr id="23" name="Group 23"/>
          <p:cNvGrpSpPr>
            <a:extLst>
              <a:ext uri="smNativeData">
                <pr:smNativeData xmlns:pr="smNativeData" xmlns="smNativeData" val="SMDATA_6_NH3EaBMAAAAlAAAAAQAAAA8BAAAAkAAAAEgAAACQAAAASAAAAAAAAAAAAAAAAAAAABcAAAAUAAAAAAAAAAAAAAD/fwAA/38AAAAAAAAJAAAABAAAAP////8fAAAAVAAAAAAAAAAAAAAAAAAAAAAAAAAAAAAAAAAAAAAAAAAAAAAAAAAAAAAAAAAAAAAAAAAAAAAAAAAAAAAAAAAAAAAAAAAAAAAAAAAAAAAAAAAAAAAAAAAAACEAAAAYAAAAFAAAAM44AABYEAAAVW0AAPYSAAAQAAAAJgAAAAgAAAD/////AAAAAA=="/>
              </a:ext>
            </a:extLst>
          </p:cNvGrpSpPr>
          <p:nvPr/>
        </p:nvGrpSpPr>
        <p:grpSpPr>
          <a:xfrm>
            <a:off x="9234170" y="2656840"/>
            <a:ext cx="8538845" cy="425450"/>
            <a:chOff x="9234170" y="2656840"/>
            <a:chExt cx="8538845" cy="425450"/>
          </a:xfrm>
        </p:grpSpPr>
        <p:sp>
          <p:nvSpPr>
            <p:cNvPr id="24" name="Freeform 24"/>
            <p:cNvSpPr>
              <a:extLst>
                <a:ext uri="smNativeData">
                  <pr:smNativeData xmlns:pr="smNativeData" xmlns="smNativeData" val="SMDATA_15_NH3EaBMAAAAlAAAACwAAAA0AAAAAAAAAAAAAAAAKRgAAfQMAAAAAAAAAAAAAAAAAAAEAAABQAAAAAAAAAAAA4D8AAAAAAADgPwAAAAAAAOA/AAAAAAAA4D8AAAAAAADgPwAAAAAAAOA/AAAAAAAA4D8AAAAAAADgPwAAAAAAAOA/AAAAAAAA4D8CAAAAjAAAAAEAAAAAAAAA+ff3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+ff3AP///wEAAAAAAAAAAAAAAAAAAAAAAAAAAAAAAAAAAAAAAAAAAAAAAAB/f38A7uzhA8zMzADAwP8Af39/AAAAAAAAAAAAAAAAAAAAAAAAAAAAIQAAABgAAAAUAAAAzjgAAFgQAABVbQAA9hIAAAAAAAAmAAAACAAAAP//////////"/>
                </a:ext>
              </a:extLst>
            </p:cNvSpPr>
            <p:nvPr/>
          </p:nvSpPr>
          <p:spPr>
            <a:xfrm>
              <a:off x="9234170" y="2656840"/>
              <a:ext cx="8538845" cy="425450"/>
            </a:xfrm>
            <a:custGeom>
              <a:avLst/>
              <a:gdLst/>
              <a:ahLst/>
              <a:cxnLst/>
              <a:rect l="0" t="0" r="8538845" b="425450"/>
              <a:pathLst>
                <a:path w="8538845" h="425450">
                  <a:moveTo>
                    <a:pt x="0" y="0"/>
                  </a:moveTo>
                  <a:lnTo>
                    <a:pt x="8538845" y="0"/>
                  </a:lnTo>
                  <a:lnTo>
                    <a:pt x="8538845" y="425450"/>
                  </a:lnTo>
                  <a:lnTo>
                    <a:pt x="0" y="425450"/>
                  </a:lnTo>
                  <a:close/>
                </a:path>
              </a:pathLst>
            </a:custGeom>
            <a:solidFill>
              <a:srgbClr val="F9F7F7"/>
            </a:solidFill>
            <a:ln>
              <a:noFill/>
            </a:ln>
            <a:effectLst/>
          </p:spPr>
        </p:sp>
      </p:grpSp>
      <p:grpSp>
        <p:nvGrpSpPr>
          <p:cNvPr id="25" name="Group 25"/>
          <p:cNvGrpSpPr>
            <a:extLst>
              <a:ext uri="smNativeData">
                <pr:smNativeData xmlns:pr="smNativeData" xmlns="smNativeData" val="SMDATA_6_NH3EaBMAAAAlAAAAAQAAAA8BAAAAkAAAAEgAAACQAAAASAAAAAAAAAAAAAAAAAAAABcAAAAUAAAAAAAAAAAAAAD/fwAA/38AAAAAAAAJAAAABAAAAP////8fAAAAVAAAAAAAAAAAAAAAAAAAAAAAAAAAAAAAAAAAAAAAAAAAAAAAAAAAAAAAAAAAAAAAAAAAAAAAAAAAAAAAAAAAAAAAAAAAAAAAAAAAAAAAAAAAAAAAAAAAACEAAAAYAAAAFAAAAGpSAADVEAAAuFMAAHgSAAAQAAAAJgAAAAgAAAD/////AAAAAA=="/>
              </a:ext>
            </a:extLst>
          </p:cNvGrpSpPr>
          <p:nvPr/>
        </p:nvGrpSpPr>
        <p:grpSpPr>
          <a:xfrm>
            <a:off x="13397230" y="2736215"/>
            <a:ext cx="212090" cy="266065"/>
            <a:chOff x="13397230" y="2736215"/>
            <a:chExt cx="212090" cy="266065"/>
          </a:xfrm>
        </p:grpSpPr>
        <p:sp>
          <p:nvSpPr>
            <p:cNvPr id="26" name="Freeform 26" descr="preencoded.png"/>
            <p:cNvSpPr>
              <a:extLst>
                <a:ext uri="smNativeData">
                  <pr:smNativeData xmlns:pr="smNativeData" xmlns="smNativeData" val="SMDATA_15_NH3EaBMAAAAlAAAACwAAAA0AAAAAAAAAAAAAAAC+AQAALgIAAAAAAAAAAAAAAAAAAAEAAABQAAAAAAAAAAAA4D8AAAAAAADgPwAAAAAAAOA/AAAAAAAA4D8AAAAAAADgPwAAAAAAAOA/AAAAAAAA4D8AAAAAAADgPwAAAAAAAOA/AAAAAAAA4D8CAAAAjAAAAAEAAAACAAAA////AP///wgAAAAAAAAAAAF+DcWG+pZOoh8peRVeya0B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qP////////+q////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alIAANUQAAC4UwAAeBIAAAAAAAAmAAAACAAAAP//////////"/>
                </a:ext>
              </a:extLst>
            </p:cNvSpPr>
            <p:nvPr/>
          </p:nvSpPr>
          <p:spPr>
            <a:xfrm>
              <a:off x="13397230" y="2736215"/>
              <a:ext cx="212090" cy="266065"/>
            </a:xfrm>
            <a:custGeom>
              <a:avLst/>
              <a:gdLst/>
              <a:ahLst/>
              <a:cxnLst/>
              <a:rect l="0" t="0" r="212090" b="266065"/>
              <a:pathLst>
                <a:path w="212090" h="266065">
                  <a:moveTo>
                    <a:pt x="0" y="0"/>
                  </a:moveTo>
                  <a:lnTo>
                    <a:pt x="212090" y="0"/>
                  </a:lnTo>
                  <a:lnTo>
                    <a:pt x="212090" y="266065"/>
                  </a:lnTo>
                  <a:lnTo>
                    <a:pt x="0" y="2660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rcRect/>
              <a:stretch>
                <a:fillRect l="0" t="-880" r="-10" b="-860"/>
              </a:stretch>
            </a:blipFill>
            <a:ln>
              <a:noFill/>
            </a:ln>
            <a:effectLst/>
          </p:spPr>
        </p:sp>
      </p:grpSp>
      <p:sp>
        <p:nvSpPr>
          <p:cNvPr id="27" name="TextBox 27"/>
          <p:cNvSpPr>
            <a:extLst>
              <a:ext uri="smNativeData">
                <pr:smNativeData xmlns:pr="smNativeData" xmlns="smNativeData" val="SMDATA_15_NH3EaB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rTkAALcTAACTRAAAMhUAABAgAAAmAAAACAAAAP//////////"/>
              </a:ext>
            </a:extLst>
          </p:cNvSpPr>
          <p:nvPr/>
        </p:nvSpPr>
        <p:spPr>
          <a:xfrm>
            <a:off x="9375775" y="3204845"/>
            <a:ext cx="1771650" cy="24066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 algn="l">
              <a:lnSpc>
                <a:spcPts val="1685"/>
              </a:lnSpc>
              <a:defRPr lang="en-us"/>
            </a:pPr>
            <a:r>
              <a:rPr lang="en-us" sz="1375" cap="none">
                <a:solidFill>
                  <a:srgbClr val="504C49"/>
                </a:solidFill>
                <a:latin typeface="Arimo" pitchFamily="0" charset="1"/>
                <a:ea typeface="Arimo" pitchFamily="0" charset="1"/>
                <a:cs typeface="Arimo" pitchFamily="0" charset="1"/>
              </a:rPr>
              <a:t>Обхват и резултати</a:t>
            </a:r>
            <a:endParaRPr lang="en-us" sz="1375" cap="none">
              <a:solidFill>
                <a:srgbClr val="504C49"/>
              </a:solidFill>
              <a:latin typeface="Arimo" pitchFamily="0" charset="1"/>
              <a:ea typeface="Arimo" pitchFamily="0" charset="1"/>
              <a:cs typeface="Arimo" pitchFamily="0" charset="1"/>
            </a:endParaRPr>
          </a:p>
        </p:txBody>
      </p:sp>
      <p:sp>
        <p:nvSpPr>
          <p:cNvPr id="28" name="TextBox 28"/>
          <p:cNvSpPr>
            <a:extLst>
              <a:ext uri="smNativeData">
                <pr:smNativeData xmlns:pr="smNativeData" xmlns="smNativeData" val="SMDATA_15_NH3EaB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rTkAAHsVAAB2bAAAHRcAABAgAAAmAAAACAAAAP//////////"/>
              </a:ext>
            </a:extLst>
          </p:cNvSpPr>
          <p:nvPr/>
        </p:nvSpPr>
        <p:spPr>
          <a:xfrm>
            <a:off x="9375775" y="3491865"/>
            <a:ext cx="8255635" cy="26543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 algn="l">
              <a:lnSpc>
                <a:spcPts val="1750"/>
              </a:lnSpc>
              <a:defRPr lang="en-us"/>
            </a:pPr>
            <a:r>
              <a:rPr lang="en-us" sz="1060" cap="none">
                <a:solidFill>
                  <a:srgbClr val="504C49"/>
                </a:solidFill>
                <a:latin typeface="Source Han Sans JP" pitchFamily="0" charset="1"/>
                <a:ea typeface="Source Han Sans JP" pitchFamily="0" charset="1"/>
                <a:cs typeface="Source Han Sans JP" pitchFamily="0" charset="1"/>
              </a:rPr>
              <a:t>Основни deliverables включват:</a:t>
            </a:r>
            <a:endParaRPr lang="en-us" sz="1060" cap="none">
              <a:solidFill>
                <a:srgbClr val="504C49"/>
              </a:solidFill>
              <a:latin typeface="Source Han Sans JP" pitchFamily="0" charset="1"/>
              <a:ea typeface="Source Han Sans JP" pitchFamily="0" charset="1"/>
              <a:cs typeface="Source Han Sans JP" pitchFamily="0" charset="1"/>
            </a:endParaRPr>
          </a:p>
        </p:txBody>
      </p:sp>
      <p:sp>
        <p:nvSpPr>
          <p:cNvPr id="29" name="TextBox 29"/>
          <p:cNvSpPr>
            <a:extLst>
              <a:ext uri="smNativeData">
                <pr:smNativeData xmlns:pr="smNativeData" xmlns="smNativeData" val="SMDATA_15_NH3EaB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rTkAAGYXAAB2bAAACBkAABAgAAAmAAAACAAAAP//////////"/>
              </a:ext>
            </a:extLst>
          </p:cNvSpPr>
          <p:nvPr/>
        </p:nvSpPr>
        <p:spPr>
          <a:xfrm>
            <a:off x="9375775" y="3803650"/>
            <a:ext cx="8255635" cy="26543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 lvl="1" marL="160020" indent="-80010" algn="l">
              <a:lnSpc>
                <a:spcPts val="1750"/>
              </a:lnSpc>
              <a:buFont typeface="Arial" pitchFamily="2" charset="0"/>
              <a:buChar char="•"/>
              <a:defRPr lang="en-us"/>
            </a:pPr>
            <a:r>
              <a:rPr lang="en-us" sz="1060" cap="none">
                <a:solidFill>
                  <a:srgbClr val="504C49"/>
                </a:solidFill>
                <a:latin typeface="Source Han Sans JP" pitchFamily="0" charset="1"/>
                <a:ea typeface="Source Han Sans JP" pitchFamily="0" charset="1"/>
                <a:cs typeface="Source Han Sans JP" pitchFamily="0" charset="1"/>
              </a:rPr>
              <a:t>Спецификация на изискванията и прототип (MVP)</a:t>
            </a:r>
            <a:endParaRPr lang="en-us" sz="1060" cap="none">
              <a:solidFill>
                <a:srgbClr val="504C49"/>
              </a:solidFill>
              <a:latin typeface="Source Han Sans JP" pitchFamily="0" charset="1"/>
              <a:ea typeface="Source Han Sans JP" pitchFamily="0" charset="1"/>
              <a:cs typeface="Source Han Sans JP" pitchFamily="0" charset="1"/>
            </a:endParaRPr>
          </a:p>
        </p:txBody>
      </p:sp>
      <p:sp>
        <p:nvSpPr>
          <p:cNvPr id="30" name="TextBox 30"/>
          <p:cNvSpPr>
            <a:extLst>
              <a:ext uri="smNativeData">
                <pr:smNativeData xmlns:pr="smNativeData" xmlns="smNativeData" val="SMDATA_15_NH3EaB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rTkAABoZAAB2bAAAuxoAABAgAAAmAAAACAAAAP//////////"/>
              </a:ext>
            </a:extLst>
          </p:cNvSpPr>
          <p:nvPr/>
        </p:nvSpPr>
        <p:spPr>
          <a:xfrm>
            <a:off x="9375775" y="4080510"/>
            <a:ext cx="8255635" cy="26479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 lvl="1" marL="160020" indent="-80010" algn="l">
              <a:lnSpc>
                <a:spcPts val="1750"/>
              </a:lnSpc>
              <a:buFont typeface="Arial" pitchFamily="2" charset="0"/>
              <a:buChar char="•"/>
              <a:defRPr lang="en-us"/>
            </a:pPr>
            <a:r>
              <a:rPr lang="en-us" sz="1060" cap="none">
                <a:solidFill>
                  <a:srgbClr val="504C49"/>
                </a:solidFill>
                <a:latin typeface="Source Han Sans JP" pitchFamily="0" charset="1"/>
                <a:ea typeface="Source Han Sans JP" pitchFamily="0" charset="1"/>
                <a:cs typeface="Source Han Sans JP" pitchFamily="0" charset="1"/>
              </a:rPr>
              <a:t>Разработка (front-end, back-end, база данни) и тестове</a:t>
            </a:r>
            <a:endParaRPr lang="en-us" sz="1060" cap="none">
              <a:solidFill>
                <a:srgbClr val="504C49"/>
              </a:solidFill>
              <a:latin typeface="Source Han Sans JP" pitchFamily="0" charset="1"/>
              <a:ea typeface="Source Han Sans JP" pitchFamily="0" charset="1"/>
              <a:cs typeface="Source Han Sans JP" pitchFamily="0" charset="1"/>
            </a:endParaRPr>
          </a:p>
        </p:txBody>
      </p:sp>
      <p:sp>
        <p:nvSpPr>
          <p:cNvPr id="31" name="TextBox 31"/>
          <p:cNvSpPr>
            <a:extLst>
              <a:ext uri="smNativeData">
                <pr:smNativeData xmlns:pr="smNativeData" xmlns="smNativeData" val="SMDATA_15_NH3EaB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rTkAAM0aAAB2bAAAbhwAABAgAAAmAAAACAAAAP//////////"/>
              </a:ext>
            </a:extLst>
          </p:cNvSpPr>
          <p:nvPr/>
        </p:nvSpPr>
        <p:spPr>
          <a:xfrm>
            <a:off x="9375775" y="4356735"/>
            <a:ext cx="8255635" cy="26479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 lvl="1" marL="160020" indent="-80010" algn="l">
              <a:lnSpc>
                <a:spcPts val="1750"/>
              </a:lnSpc>
              <a:buFont typeface="Arial" pitchFamily="2" charset="0"/>
              <a:buChar char="•"/>
              <a:defRPr lang="en-us"/>
            </a:pPr>
            <a:r>
              <a:rPr lang="en-us" sz="1060" cap="none">
                <a:solidFill>
                  <a:srgbClr val="504C49"/>
                </a:solidFill>
                <a:latin typeface="Source Han Sans JP" pitchFamily="0" charset="1"/>
                <a:ea typeface="Source Han Sans JP" pitchFamily="0" charset="1"/>
                <a:cs typeface="Source Han Sans JP" pitchFamily="0" charset="1"/>
              </a:rPr>
              <a:t>Пускане в продукция и основна документация</a:t>
            </a:r>
            <a:endParaRPr lang="en-us" sz="1060" cap="none">
              <a:solidFill>
                <a:srgbClr val="504C49"/>
              </a:solidFill>
              <a:latin typeface="Source Han Sans JP" pitchFamily="0" charset="1"/>
              <a:ea typeface="Source Han Sans JP" pitchFamily="0" charset="1"/>
              <a:cs typeface="Source Han Sans JP" pitchFamily="0" charset="1"/>
            </a:endParaRPr>
          </a:p>
        </p:txBody>
      </p:sp>
      <p:sp>
        <p:nvSpPr>
          <p:cNvPr id="32" name="TextBox 32"/>
          <p:cNvSpPr>
            <a:extLst>
              <a:ext uri="smNativeData">
                <pr:smNativeData xmlns:pr="smNativeData" xmlns="smNativeData" val="SMDATA_15_NH3EaB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rTkAAIAcAAB2bAAAIR4AABAgAAAmAAAACAAAAP//////////"/>
              </a:ext>
            </a:extLst>
          </p:cNvSpPr>
          <p:nvPr/>
        </p:nvSpPr>
        <p:spPr>
          <a:xfrm>
            <a:off x="9375775" y="4632960"/>
            <a:ext cx="8255635" cy="26479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 lvl="1" marL="160020" indent="-80010" algn="l">
              <a:lnSpc>
                <a:spcPts val="1750"/>
              </a:lnSpc>
              <a:buFont typeface="Arial" pitchFamily="2" charset="0"/>
              <a:buChar char="•"/>
              <a:defRPr lang="en-us"/>
            </a:pPr>
            <a:r>
              <a:rPr lang="en-us" sz="1060" cap="none">
                <a:solidFill>
                  <a:srgbClr val="504C49"/>
                </a:solidFill>
                <a:latin typeface="Source Han Sans JP" pitchFamily="0" charset="1"/>
                <a:ea typeface="Source Han Sans JP" pitchFamily="0" charset="1"/>
                <a:cs typeface="Source Han Sans JP" pitchFamily="0" charset="1"/>
              </a:rPr>
              <a:t>Кратко обучение на администратори и 3-месечна гаранционна поддръжка</a:t>
            </a:r>
            <a:endParaRPr lang="en-us" sz="1060" cap="none">
              <a:solidFill>
                <a:srgbClr val="504C49"/>
              </a:solidFill>
              <a:latin typeface="Source Han Sans JP" pitchFamily="0" charset="1"/>
              <a:ea typeface="Source Han Sans JP" pitchFamily="0" charset="1"/>
              <a:cs typeface="Source Han Sans JP" pitchFamily="0" charset="1"/>
            </a:endParaRPr>
          </a:p>
        </p:txBody>
      </p:sp>
      <p:grpSp>
        <p:nvGrpSpPr>
          <p:cNvPr id="33" name="Group 33"/>
          <p:cNvGrpSpPr>
            <a:extLst>
              <a:ext uri="smNativeData">
                <pr:smNativeData xmlns:pr="smNativeData" xmlns="smNativeData" val="SMDATA_6_NH3EaBMAAAAlAAAAAQAAAA8BAAAAkAAAAEgAAACQAAAASAAAAAAAAAAAAAAAAAAAABcAAAAUAAAAAAAAAAAAAAD/fwAA/38AAAAAAAAJAAAABAAAAP////8fAAAAVAAAAAAAAAAAAAAAAAAAAAAAAAAAAAAAAAAAAAAAAAAAAAAAAAAAAAAAAAAAAAAAAAAAAAAAAAAAAAAAAAAAAAAAAAAAAAAAAAAAAAAAAAAAAAAAAAAAACEAAAAYAAAAFAAAAP4CAADvHwAA3zcAANcpAAAQAAAAJgAAAAgAAAD/////AAAAAA=="/>
              </a:ext>
            </a:extLst>
          </p:cNvGrpSpPr>
          <p:nvPr/>
        </p:nvGrpSpPr>
        <p:grpSpPr>
          <a:xfrm>
            <a:off x="486410" y="5191125"/>
            <a:ext cx="8595995" cy="1610360"/>
            <a:chOff x="486410" y="5191125"/>
            <a:chExt cx="8595995" cy="1610360"/>
          </a:xfrm>
        </p:grpSpPr>
        <p:sp>
          <p:nvSpPr>
            <p:cNvPr id="35" name="Freeform 34"/>
            <p:cNvSpPr>
              <a:extLst>
                <a:ext uri="smNativeData">
                  <pr:smNativeData xmlns:pr="smNativeData" xmlns="smNativeData" val="SMDATA_15_NH3EaBMAAAAlAAAACwAAAA0AAAAAFAAAABQAAABuRgAAIg0AAAAAAAAAAAAAAAAAAAEAAABQAAAAAAAAAAAA4D8AAAAAAADgPwAAAAAAAOA/AAAAAAAA4D8AAAAAAADgPwAAAAAAAOA/AAAAAAAA4D8AAAAAAADgPwAAAAAAAOA/AAAAAAAA4D8CAAAAjAAAAAE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DQMAAP4fAADQNwAAyCkAAAAAAAAmAAAACAAAAP//////////"/>
                </a:ext>
              </a:extLst>
            </p:cNvSpPr>
            <p:nvPr/>
          </p:nvSpPr>
          <p:spPr>
            <a:xfrm>
              <a:off x="495935" y="5200650"/>
              <a:ext cx="8576945" cy="1591310"/>
            </a:xfrm>
            <a:custGeom>
              <a:avLst/>
              <a:gdLst/>
              <a:ahLst/>
              <a:cxnLst/>
              <a:rect l="0" t="0" r="8576945" b="1591310"/>
              <a:pathLst>
                <a:path w="8576945" h="1591310">
                  <a:moveTo>
                    <a:pt x="0" y="21235"/>
                  </a:moveTo>
                  <a:cubicBezTo>
                    <a:pt x="0" y="9523"/>
                    <a:pt x="9620" y="0"/>
                    <a:pt x="21430" y="0"/>
                  </a:cubicBezTo>
                  <a:lnTo>
                    <a:pt x="8555514" y="0"/>
                  </a:lnTo>
                  <a:cubicBezTo>
                    <a:pt x="8567420" y="0"/>
                    <a:pt x="8576945" y="9523"/>
                    <a:pt x="8576945" y="21235"/>
                  </a:cubicBezTo>
                  <a:lnTo>
                    <a:pt x="8576945" y="1570075"/>
                  </a:lnTo>
                  <a:cubicBezTo>
                    <a:pt x="8576945" y="1581787"/>
                    <a:pt x="8567324" y="1591310"/>
                    <a:pt x="8555514" y="1591310"/>
                  </a:cubicBezTo>
                  <a:lnTo>
                    <a:pt x="21430" y="1591310"/>
                  </a:lnTo>
                  <a:cubicBezTo>
                    <a:pt x="9524" y="1591310"/>
                    <a:pt x="0" y="1581787"/>
                    <a:pt x="0" y="157007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</p:sp>
        <p:sp>
          <p:nvSpPr>
            <p:cNvPr id="34" name="Freeform 35"/>
            <p:cNvSpPr>
              <a:extLst>
                <a:ext uri="smNativeData">
                  <pr:smNativeData xmlns:pr="smNativeData" xmlns="smNativeData" val="SMDATA_15_NH3EaBMAAAAlAAAACwAAAA0AAAAAAAAAAAAAAACCRgAANg0AAAAAAAAAAAAAAAAAAAEAAABQAAAAAAAAAAAA4D8AAAAAAADgPwAAAAAAAOA/AAAAAAAA4D8AAAAAAADgPwAAAAAAAOA/AAAAAAAA4D8AAAAAAADgPwAAAAAAAOA/AAAAAAAA4D8CAAAAjAAAAAEAAAAAAAAA2NTU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2NTUAP///wEAAAAAAAAAAAAAAAAAAAAAAAAAAAAAAAAAAAAAAAAAAAAAAAB/f38A7uzhA8zMzADAwP8Af39/AAAAAAAAAAAAAAAAAAAAAAAAAAAAIQAAABgAAAAUAAAA/gIAAO8fAADfNwAA1ykAAAAAAAAmAAAACAAAAP//////////"/>
                </a:ext>
              </a:extLst>
            </p:cNvSpPr>
            <p:nvPr/>
          </p:nvSpPr>
          <p:spPr>
            <a:xfrm>
              <a:off x="486410" y="5191125"/>
              <a:ext cx="8595995" cy="1610360"/>
            </a:xfrm>
            <a:custGeom>
              <a:avLst/>
              <a:gdLst/>
              <a:ahLst/>
              <a:cxnLst/>
              <a:rect l="0" t="0" r="8595995" b="1610360"/>
              <a:pathLst>
                <a:path w="8595995" h="1610360">
                  <a:moveTo>
                    <a:pt x="0" y="30758"/>
                  </a:moveTo>
                  <a:cubicBezTo>
                    <a:pt x="0" y="13712"/>
                    <a:pt x="14001" y="0"/>
                    <a:pt x="30955" y="0"/>
                  </a:cubicBezTo>
                  <a:lnTo>
                    <a:pt x="8565039" y="0"/>
                  </a:lnTo>
                  <a:lnTo>
                    <a:pt x="8565039" y="9523"/>
                  </a:lnTo>
                  <a:lnTo>
                    <a:pt x="8565039" y="0"/>
                  </a:lnTo>
                  <a:cubicBezTo>
                    <a:pt x="8582087" y="0"/>
                    <a:pt x="8595995" y="13712"/>
                    <a:pt x="8595995" y="30758"/>
                  </a:cubicBezTo>
                  <a:lnTo>
                    <a:pt x="8586470" y="30758"/>
                  </a:lnTo>
                  <a:lnTo>
                    <a:pt x="8595995" y="30758"/>
                  </a:lnTo>
                  <a:lnTo>
                    <a:pt x="8595995" y="1579602"/>
                  </a:lnTo>
                  <a:lnTo>
                    <a:pt x="8586470" y="1579602"/>
                  </a:lnTo>
                  <a:lnTo>
                    <a:pt x="8595995" y="1579602"/>
                  </a:lnTo>
                  <a:cubicBezTo>
                    <a:pt x="8595995" y="1596648"/>
                    <a:pt x="8581993" y="1610360"/>
                    <a:pt x="8565039" y="1610360"/>
                  </a:cubicBezTo>
                  <a:lnTo>
                    <a:pt x="8565039" y="1600837"/>
                  </a:lnTo>
                  <a:lnTo>
                    <a:pt x="8565039" y="1610360"/>
                  </a:lnTo>
                  <a:lnTo>
                    <a:pt x="30955" y="1610360"/>
                  </a:lnTo>
                  <a:lnTo>
                    <a:pt x="30955" y="1600837"/>
                  </a:lnTo>
                  <a:lnTo>
                    <a:pt x="30955" y="1610360"/>
                  </a:lnTo>
                  <a:cubicBezTo>
                    <a:pt x="13906" y="1610360"/>
                    <a:pt x="0" y="1596648"/>
                    <a:pt x="0" y="1579602"/>
                  </a:cubicBezTo>
                  <a:lnTo>
                    <a:pt x="0" y="30758"/>
                  </a:lnTo>
                  <a:lnTo>
                    <a:pt x="9524" y="30758"/>
                  </a:lnTo>
                  <a:lnTo>
                    <a:pt x="0" y="30758"/>
                  </a:lnTo>
                  <a:moveTo>
                    <a:pt x="19049" y="30758"/>
                  </a:moveTo>
                  <a:lnTo>
                    <a:pt x="19049" y="1579602"/>
                  </a:lnTo>
                  <a:lnTo>
                    <a:pt x="9524" y="1579602"/>
                  </a:lnTo>
                  <a:lnTo>
                    <a:pt x="19049" y="1579602"/>
                  </a:lnTo>
                  <a:cubicBezTo>
                    <a:pt x="19049" y="1585982"/>
                    <a:pt x="24288" y="1591315"/>
                    <a:pt x="30955" y="1591315"/>
                  </a:cubicBezTo>
                  <a:lnTo>
                    <a:pt x="8565039" y="1591315"/>
                  </a:lnTo>
                  <a:cubicBezTo>
                    <a:pt x="8571706" y="1591315"/>
                    <a:pt x="8576945" y="1585982"/>
                    <a:pt x="8576945" y="1579602"/>
                  </a:cubicBezTo>
                  <a:lnTo>
                    <a:pt x="8576945" y="30758"/>
                  </a:lnTo>
                  <a:cubicBezTo>
                    <a:pt x="8576945" y="24378"/>
                    <a:pt x="8571706" y="19045"/>
                    <a:pt x="8565039" y="19045"/>
                  </a:cubicBezTo>
                  <a:lnTo>
                    <a:pt x="30955" y="19045"/>
                  </a:lnTo>
                  <a:lnTo>
                    <a:pt x="30955" y="9523"/>
                  </a:lnTo>
                  <a:lnTo>
                    <a:pt x="30955" y="19045"/>
                  </a:lnTo>
                  <a:cubicBezTo>
                    <a:pt x="24288" y="19045"/>
                    <a:pt x="19049" y="24378"/>
                    <a:pt x="19049" y="30758"/>
                  </a:cubicBezTo>
                  <a:close/>
                </a:path>
              </a:pathLst>
            </a:custGeom>
            <a:solidFill>
              <a:srgbClr val="D8D4D4"/>
            </a:solidFill>
            <a:ln>
              <a:noFill/>
            </a:ln>
            <a:effectLst/>
          </p:spPr>
        </p:sp>
      </p:grpSp>
      <p:grpSp>
        <p:nvGrpSpPr>
          <p:cNvPr id="36" name="Group 36"/>
          <p:cNvGrpSpPr>
            <a:extLst>
              <a:ext uri="smNativeData">
                <pr:smNativeData xmlns:pr="smNativeData" xmlns="smNativeData" val="SMDATA_6_NH3EaBMAAAAlAAAAAQAAAA8BAAAAkAAAAEgAAACQAAAASAAAAAAAAAAAAAAAAAAAABcAAAAUAAAAAAAAAAAAAAD/fwAA/38AAAAAAAAJAAAABAAAAP////8fAAAAVAAAAAAAAAAAAAAAAAAAAAAAAAAAAAAAAAAAAAAAAAAAAAAAAAAAAAAAAAAAAAAAAAAAAAAAAAAAAAAAAAAAAAAAAAAAAAAAAAAAAAAAAAAAAAAAAAAAACEAAAAYAAAAFAAAACsDAAAcIAAAsjcAALkiAAAQAAAAJgAAAAgAAAD/////AAAAAA=="/>
              </a:ext>
            </a:extLst>
          </p:cNvGrpSpPr>
          <p:nvPr/>
        </p:nvGrpSpPr>
        <p:grpSpPr>
          <a:xfrm>
            <a:off x="514985" y="5219700"/>
            <a:ext cx="8538845" cy="424815"/>
            <a:chOff x="514985" y="5219700"/>
            <a:chExt cx="8538845" cy="424815"/>
          </a:xfrm>
        </p:grpSpPr>
        <p:sp>
          <p:nvSpPr>
            <p:cNvPr id="37" name="Freeform 37"/>
            <p:cNvSpPr>
              <a:extLst>
                <a:ext uri="smNativeData">
                  <pr:smNativeData xmlns:pr="smNativeData" xmlns="smNativeData" val="SMDATA_15_NH3EaBMAAAAlAAAACwAAAA0AAAAAAAAAAAAAAAAKRgAAfQMAAAAAAAAAAAAAAAAAAAEAAABQAAAAAAAAAAAA4D8AAAAAAADgPwAAAAAAAOA/AAAAAAAA4D8AAAAAAADgPwAAAAAAAOA/AAAAAAAA4D8AAAAAAADgPwAAAAAAAOA/AAAAAAAA4D8CAAAAjAAAAAEAAAAAAAAA+ff3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+ff3AP///wEAAAAAAAAAAAAAAAAAAAAAAAAAAAAAAAAAAAAAAAAAAAAAAAB/f38A7uzhA8zMzADAwP8Af39/AAAAAAAAAAAAAAAAAAAAAAAAAAAAIQAAABgAAAAUAAAAKwMAABwgAACyNwAAuSIAAAAAAAAmAAAACAAAAP//////////"/>
                </a:ext>
              </a:extLst>
            </p:cNvSpPr>
            <p:nvPr/>
          </p:nvSpPr>
          <p:spPr>
            <a:xfrm>
              <a:off x="514985" y="5219700"/>
              <a:ext cx="8538845" cy="424815"/>
            </a:xfrm>
            <a:custGeom>
              <a:avLst/>
              <a:gdLst/>
              <a:ahLst/>
              <a:cxnLst/>
              <a:rect l="0" t="0" r="8538845" b="424815"/>
              <a:pathLst>
                <a:path w="8538845" h="424815">
                  <a:moveTo>
                    <a:pt x="0" y="0"/>
                  </a:moveTo>
                  <a:lnTo>
                    <a:pt x="8538845" y="0"/>
                  </a:lnTo>
                  <a:lnTo>
                    <a:pt x="8538845" y="424815"/>
                  </a:lnTo>
                  <a:lnTo>
                    <a:pt x="0" y="424815"/>
                  </a:lnTo>
                  <a:close/>
                </a:path>
              </a:pathLst>
            </a:custGeom>
            <a:solidFill>
              <a:srgbClr val="F9F7F7"/>
            </a:solidFill>
            <a:ln>
              <a:noFill/>
            </a:ln>
            <a:effectLst/>
          </p:spPr>
        </p:sp>
      </p:grpSp>
      <p:grpSp>
        <p:nvGrpSpPr>
          <p:cNvPr id="38" name="Group 38"/>
          <p:cNvGrpSpPr>
            <a:extLst>
              <a:ext uri="smNativeData">
                <pr:smNativeData xmlns:pr="smNativeData" xmlns="smNativeData" val="SMDATA_6_NH3EaBMAAAAlAAAAAQAAAA8BAAAAkAAAAEgAAACQAAAASAAAAAAAAAAAAAAAAAAAABcAAAAUAAAAAAAAAAAAAAD/fwAA/38AAAAAAAAJAAAABAAAAP////8fAAAAVAAAAAAAAAAAAAAAAAAAAAAAAAAAAAAAAAAAAAAAAAAAAAAAAAAAAAAAAAAAAAAAAAAAAAAAAAAAAAAAAAAAAAAAAAAAAAAAAAAAAAAAAAAAAAAAAAAAACEAAAAYAAAAFAAAAMccAACZIAAAFh4AADwiAAAQAAAAJgAAAAgAAAD/////AAAAAA=="/>
              </a:ext>
            </a:extLst>
          </p:cNvGrpSpPr>
          <p:nvPr/>
        </p:nvGrpSpPr>
        <p:grpSpPr>
          <a:xfrm>
            <a:off x="4678045" y="5299075"/>
            <a:ext cx="212725" cy="266065"/>
            <a:chOff x="4678045" y="5299075"/>
            <a:chExt cx="212725" cy="266065"/>
          </a:xfrm>
        </p:grpSpPr>
        <p:sp>
          <p:nvSpPr>
            <p:cNvPr id="39" name="Freeform 39" descr="preencoded.png"/>
            <p:cNvSpPr>
              <a:extLst>
                <a:ext uri="smNativeData">
                  <pr:smNativeData xmlns:pr="smNativeData" xmlns="smNativeData" val="SMDATA_15_NH3EaBMAAAAlAAAACwAAAA0AAAAAAAAAAAAAAAC+AQAALgIAAAAAAAAAAAAAAAAAAAEAAABQAAAAAAAAAAAA4D8AAAAAAADgPwAAAAAAAOA/AAAAAAAA4D8AAAAAAADgPwAAAAAAAOA/AAAAAAAA4D8AAAAAAADgPwAAAAAAAOA/AAAAAAAA4D8CAAAAjAAAAAEAAAACAAAA////AP///wgAAAAAAAAAAEZLYl2oUwxKml/6HpsSf5gB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qP////////+q////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xxwAAJkgAAAWHgAAPCIAAAAAAAAmAAAACAAAAP//////////"/>
                </a:ext>
              </a:extLst>
            </p:cNvSpPr>
            <p:nvPr/>
          </p:nvSpPr>
          <p:spPr>
            <a:xfrm>
              <a:off x="4678045" y="5299075"/>
              <a:ext cx="212725" cy="266065"/>
            </a:xfrm>
            <a:custGeom>
              <a:avLst/>
              <a:gdLst/>
              <a:ahLst/>
              <a:cxnLst/>
              <a:rect l="0" t="0" r="212725" b="266065"/>
              <a:pathLst>
                <a:path w="212725" h="266065">
                  <a:moveTo>
                    <a:pt x="0" y="0"/>
                  </a:moveTo>
                  <a:lnTo>
                    <a:pt x="212725" y="0"/>
                  </a:lnTo>
                  <a:lnTo>
                    <a:pt x="212725" y="266065"/>
                  </a:lnTo>
                  <a:lnTo>
                    <a:pt x="0" y="2660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/>
              <a:stretch>
                <a:fillRect l="0" t="-880" r="-10" b="-860"/>
              </a:stretch>
            </a:blipFill>
            <a:ln>
              <a:noFill/>
            </a:ln>
            <a:effectLst/>
          </p:spPr>
        </p:sp>
      </p:grpSp>
      <p:sp>
        <p:nvSpPr>
          <p:cNvPr id="40" name="TextBox 40"/>
          <p:cNvSpPr>
            <a:extLst>
              <a:ext uri="smNativeData">
                <pr:smNativeData xmlns:pr="smNativeData" xmlns="smNativeData" val="SMDATA_15_NH3EaB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CgQAAHojAADxDgAA9SQAABAgAAAmAAAACAAAAP//////////"/>
              </a:ext>
            </a:extLst>
          </p:cNvSpPr>
          <p:nvPr/>
        </p:nvSpPr>
        <p:spPr>
          <a:xfrm>
            <a:off x="656590" y="5767070"/>
            <a:ext cx="1772285" cy="24066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 algn="l">
              <a:lnSpc>
                <a:spcPts val="1685"/>
              </a:lnSpc>
              <a:defRPr lang="en-us"/>
            </a:pPr>
            <a:r>
              <a:rPr lang="en-us" sz="1375" cap="none">
                <a:solidFill>
                  <a:srgbClr val="504C49"/>
                </a:solidFill>
                <a:latin typeface="Arimo" pitchFamily="0" charset="1"/>
                <a:ea typeface="Arimo" pitchFamily="0" charset="1"/>
                <a:cs typeface="Arimo" pitchFamily="0" charset="1"/>
              </a:rPr>
              <a:t>Срок и заплащане</a:t>
            </a:r>
            <a:endParaRPr lang="en-us" sz="1375" cap="none">
              <a:solidFill>
                <a:srgbClr val="504C49"/>
              </a:solidFill>
              <a:latin typeface="Arimo" pitchFamily="0" charset="1"/>
              <a:ea typeface="Arimo" pitchFamily="0" charset="1"/>
              <a:cs typeface="Arimo" pitchFamily="0" charset="1"/>
            </a:endParaRPr>
          </a:p>
        </p:txBody>
      </p:sp>
      <p:sp>
        <p:nvSpPr>
          <p:cNvPr id="41" name="TextBox 41"/>
          <p:cNvSpPr>
            <a:extLst>
              <a:ext uri="smNativeData">
                <pr:smNativeData xmlns:pr="smNativeData" xmlns="smNativeData" val="SMDATA_15_NH3EaB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CgQAAD8lAADTNgAA4CYAABAgAAAmAAAACAAAAP//////////"/>
              </a:ext>
            </a:extLst>
          </p:cNvSpPr>
          <p:nvPr/>
        </p:nvSpPr>
        <p:spPr>
          <a:xfrm>
            <a:off x="656590" y="6054725"/>
            <a:ext cx="8255635" cy="26479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 algn="l">
              <a:lnSpc>
                <a:spcPts val="1750"/>
              </a:lnSpc>
              <a:defRPr lang="en-us"/>
            </a:pPr>
            <a:r>
              <a:rPr lang="en-us" sz="1060" cap="none">
                <a:solidFill>
                  <a:srgbClr val="504C49"/>
                </a:solidFill>
                <a:latin typeface="Source Han Sans JP" pitchFamily="0" charset="1"/>
                <a:ea typeface="Source Han Sans JP" pitchFamily="0" charset="1"/>
                <a:cs typeface="Source Han Sans JP" pitchFamily="0" charset="1"/>
              </a:rPr>
              <a:t>Старт: 15.09.2025 г. Ключовите етапи и срокове са посочени в приложението "План".</a:t>
            </a:r>
            <a:endParaRPr lang="en-us" sz="1060" cap="none">
              <a:solidFill>
                <a:srgbClr val="504C49"/>
              </a:solidFill>
              <a:latin typeface="Source Han Sans JP" pitchFamily="0" charset="1"/>
              <a:ea typeface="Source Han Sans JP" pitchFamily="0" charset="1"/>
              <a:cs typeface="Source Han Sans JP" pitchFamily="0" charset="1"/>
            </a:endParaRPr>
          </a:p>
        </p:txBody>
      </p:sp>
      <p:sp>
        <p:nvSpPr>
          <p:cNvPr id="42" name="TextBox 42"/>
          <p:cNvSpPr>
            <a:extLst>
              <a:ext uri="smNativeData">
                <pr:smNativeData xmlns:pr="smNativeData" xmlns="smNativeData" val="SMDATA_15_NH3EaB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CgQAAConAADTNgAAyygAABAgAAAmAAAACAAAAP//////////"/>
              </a:ext>
            </a:extLst>
          </p:cNvSpPr>
          <p:nvPr/>
        </p:nvSpPr>
        <p:spPr>
          <a:xfrm>
            <a:off x="656590" y="6366510"/>
            <a:ext cx="8255635" cy="26479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 algn="l">
              <a:lnSpc>
                <a:spcPts val="1750"/>
              </a:lnSpc>
              <a:defRPr lang="en-us"/>
            </a:pPr>
            <a:r>
              <a:rPr lang="en-us" sz="1060" cap="none">
                <a:solidFill>
                  <a:srgbClr val="504C49"/>
                </a:solidFill>
                <a:latin typeface="Source Han Sans JP" pitchFamily="0" charset="1"/>
                <a:ea typeface="Source Han Sans JP" pitchFamily="0" charset="1"/>
                <a:cs typeface="Source Han Sans JP" pitchFamily="0" charset="1"/>
              </a:rPr>
              <a:t>Цена: 300 000 лв. (без ДДС). Плащане по етапи: 30%/40%/30%.</a:t>
            </a:r>
            <a:endParaRPr lang="en-us" sz="1060" cap="none">
              <a:solidFill>
                <a:srgbClr val="504C49"/>
              </a:solidFill>
              <a:latin typeface="Source Han Sans JP" pitchFamily="0" charset="1"/>
              <a:ea typeface="Source Han Sans JP" pitchFamily="0" charset="1"/>
              <a:cs typeface="Source Han Sans JP" pitchFamily="0" charset="1"/>
            </a:endParaRPr>
          </a:p>
        </p:txBody>
      </p:sp>
      <p:grpSp>
        <p:nvGrpSpPr>
          <p:cNvPr id="43" name="Group 43"/>
          <p:cNvGrpSpPr>
            <a:extLst>
              <a:ext uri="smNativeData">
                <pr:smNativeData xmlns:pr="smNativeData" xmlns="smNativeData" val="SMDATA_6_NH3EaBMAAAAlAAAAAQAAAA8BAAAAkAAAAEgAAACQAAAASAAAAAAAAAAAAAAAAAAAABcAAAAUAAAAAAAAAAAAAAD/fwAA/38AAAAAAAAJAAAABAAAAP////8fAAAAVAAAAAAAAAAAAAAAAAAAAAAAAAAAAAAAAAAAAAAAAAAAAAAAAAAAAAAAAAAAAAAAAAAAAAAAAAAAAAAAAAAAAAAAAAAAAAAAAAAAAAAAAAAAAAAAAAAAACEAAAAYAAAAFAAAAKE4AADvHwAAgm0AANcpAAAQAAAAJgAAAAgAAAD/////AAAAAA=="/>
              </a:ext>
            </a:extLst>
          </p:cNvGrpSpPr>
          <p:nvPr/>
        </p:nvGrpSpPr>
        <p:grpSpPr>
          <a:xfrm>
            <a:off x="9205595" y="5191125"/>
            <a:ext cx="8595995" cy="1610360"/>
            <a:chOff x="9205595" y="5191125"/>
            <a:chExt cx="8595995" cy="1610360"/>
          </a:xfrm>
        </p:grpSpPr>
        <p:sp>
          <p:nvSpPr>
            <p:cNvPr id="45" name="Freeform 44"/>
            <p:cNvSpPr>
              <a:extLst>
                <a:ext uri="smNativeData">
                  <pr:smNativeData xmlns:pr="smNativeData" xmlns="smNativeData" val="SMDATA_15_NH3EaBMAAAAlAAAACwAAAA0AAAAAFAAAABQAAABuRgAAIg0AAAAAAAAAAAAAAAAAAAEAAABQAAAAAAAAAAAA4D8AAAAAAADgPwAAAAAAAOA/AAAAAAAA4D8AAAAAAADgPwAAAAAAAOA/AAAAAAAA4D8AAAAAAADgPwAAAAAAAOA/AAAAAAAA4D8CAAAAjAAAAAE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sDgAAP4fAABzbQAAyCkAAAAAAAAmAAAACAAAAP//////////"/>
                </a:ext>
              </a:extLst>
            </p:cNvSpPr>
            <p:nvPr/>
          </p:nvSpPr>
          <p:spPr>
            <a:xfrm>
              <a:off x="9215120" y="5200650"/>
              <a:ext cx="8576945" cy="1591310"/>
            </a:xfrm>
            <a:custGeom>
              <a:avLst/>
              <a:gdLst/>
              <a:ahLst/>
              <a:cxnLst/>
              <a:rect l="0" t="0" r="8576945" b="1591310"/>
              <a:pathLst>
                <a:path w="8576945" h="1591310">
                  <a:moveTo>
                    <a:pt x="0" y="21235"/>
                  </a:moveTo>
                  <a:cubicBezTo>
                    <a:pt x="0" y="9523"/>
                    <a:pt x="9620" y="0"/>
                    <a:pt x="21430" y="0"/>
                  </a:cubicBezTo>
                  <a:lnTo>
                    <a:pt x="8555514" y="0"/>
                  </a:lnTo>
                  <a:cubicBezTo>
                    <a:pt x="8567420" y="0"/>
                    <a:pt x="8576945" y="9523"/>
                    <a:pt x="8576945" y="21235"/>
                  </a:cubicBezTo>
                  <a:lnTo>
                    <a:pt x="8576945" y="1570075"/>
                  </a:lnTo>
                  <a:cubicBezTo>
                    <a:pt x="8576945" y="1581787"/>
                    <a:pt x="8567324" y="1591310"/>
                    <a:pt x="8555514" y="1591310"/>
                  </a:cubicBezTo>
                  <a:lnTo>
                    <a:pt x="21430" y="1591310"/>
                  </a:lnTo>
                  <a:cubicBezTo>
                    <a:pt x="9524" y="1591310"/>
                    <a:pt x="0" y="1581787"/>
                    <a:pt x="0" y="157007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</p:sp>
        <p:sp>
          <p:nvSpPr>
            <p:cNvPr id="44" name="Freeform 45"/>
            <p:cNvSpPr>
              <a:extLst>
                <a:ext uri="smNativeData">
                  <pr:smNativeData xmlns:pr="smNativeData" xmlns="smNativeData" val="SMDATA_15_NH3EaBMAAAAlAAAACwAAAA0AAAAAAAAAAAAAAACCRgAANg0AAAAAAAAAAAAAAAAAAAEAAABQAAAAAAAAAAAA4D8AAAAAAADgPwAAAAAAAOA/AAAAAAAA4D8AAAAAAADgPwAAAAAAAOA/AAAAAAAA4D8AAAAAAADgPwAAAAAAAOA/AAAAAAAA4D8CAAAAjAAAAAEAAAAAAAAA2NTU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2NTUAP///wEAAAAAAAAAAAAAAAAAAAAAAAAAAAAAAAAAAAAAAAAAAAAAAAB/f38A7uzhA8zMzADAwP8Af39/AAAAAAAAAAAAAAAAAAAAAAAAAAAAIQAAABgAAAAUAAAAoTgAAO8fAACCbQAA1ykAAAAAAAAmAAAACAAAAP//////////"/>
                </a:ext>
              </a:extLst>
            </p:cNvSpPr>
            <p:nvPr/>
          </p:nvSpPr>
          <p:spPr>
            <a:xfrm>
              <a:off x="9205595" y="5191125"/>
              <a:ext cx="8595995" cy="1610360"/>
            </a:xfrm>
            <a:custGeom>
              <a:avLst/>
              <a:gdLst/>
              <a:ahLst/>
              <a:cxnLst/>
              <a:rect l="0" t="0" r="8595995" b="1610360"/>
              <a:pathLst>
                <a:path w="8595995" h="1610360">
                  <a:moveTo>
                    <a:pt x="0" y="30758"/>
                  </a:moveTo>
                  <a:cubicBezTo>
                    <a:pt x="0" y="13712"/>
                    <a:pt x="14001" y="0"/>
                    <a:pt x="30955" y="0"/>
                  </a:cubicBezTo>
                  <a:lnTo>
                    <a:pt x="8565039" y="0"/>
                  </a:lnTo>
                  <a:lnTo>
                    <a:pt x="8565039" y="9523"/>
                  </a:lnTo>
                  <a:lnTo>
                    <a:pt x="8565039" y="0"/>
                  </a:lnTo>
                  <a:cubicBezTo>
                    <a:pt x="8582087" y="0"/>
                    <a:pt x="8595995" y="13712"/>
                    <a:pt x="8595995" y="30758"/>
                  </a:cubicBezTo>
                  <a:lnTo>
                    <a:pt x="8586470" y="30758"/>
                  </a:lnTo>
                  <a:lnTo>
                    <a:pt x="8595995" y="30758"/>
                  </a:lnTo>
                  <a:lnTo>
                    <a:pt x="8595995" y="1579602"/>
                  </a:lnTo>
                  <a:lnTo>
                    <a:pt x="8586470" y="1579602"/>
                  </a:lnTo>
                  <a:lnTo>
                    <a:pt x="8595995" y="1579602"/>
                  </a:lnTo>
                  <a:cubicBezTo>
                    <a:pt x="8595995" y="1596648"/>
                    <a:pt x="8581993" y="1610360"/>
                    <a:pt x="8565039" y="1610360"/>
                  </a:cubicBezTo>
                  <a:lnTo>
                    <a:pt x="8565039" y="1600837"/>
                  </a:lnTo>
                  <a:lnTo>
                    <a:pt x="8565039" y="1610360"/>
                  </a:lnTo>
                  <a:lnTo>
                    <a:pt x="30955" y="1610360"/>
                  </a:lnTo>
                  <a:lnTo>
                    <a:pt x="30955" y="1600837"/>
                  </a:lnTo>
                  <a:lnTo>
                    <a:pt x="30955" y="1610360"/>
                  </a:lnTo>
                  <a:cubicBezTo>
                    <a:pt x="13906" y="1610360"/>
                    <a:pt x="0" y="1596648"/>
                    <a:pt x="0" y="1579602"/>
                  </a:cubicBezTo>
                  <a:lnTo>
                    <a:pt x="0" y="30758"/>
                  </a:lnTo>
                  <a:lnTo>
                    <a:pt x="9524" y="30758"/>
                  </a:lnTo>
                  <a:lnTo>
                    <a:pt x="0" y="30758"/>
                  </a:lnTo>
                  <a:moveTo>
                    <a:pt x="19049" y="30758"/>
                  </a:moveTo>
                  <a:lnTo>
                    <a:pt x="19049" y="1579602"/>
                  </a:lnTo>
                  <a:lnTo>
                    <a:pt x="9524" y="1579602"/>
                  </a:lnTo>
                  <a:lnTo>
                    <a:pt x="19049" y="1579602"/>
                  </a:lnTo>
                  <a:cubicBezTo>
                    <a:pt x="19049" y="1585982"/>
                    <a:pt x="24288" y="1591315"/>
                    <a:pt x="30955" y="1591315"/>
                  </a:cubicBezTo>
                  <a:lnTo>
                    <a:pt x="8565039" y="1591315"/>
                  </a:lnTo>
                  <a:cubicBezTo>
                    <a:pt x="8571706" y="1591315"/>
                    <a:pt x="8576945" y="1585982"/>
                    <a:pt x="8576945" y="1579602"/>
                  </a:cubicBezTo>
                  <a:lnTo>
                    <a:pt x="8576945" y="30758"/>
                  </a:lnTo>
                  <a:cubicBezTo>
                    <a:pt x="8576945" y="24378"/>
                    <a:pt x="8571706" y="19045"/>
                    <a:pt x="8565039" y="19045"/>
                  </a:cubicBezTo>
                  <a:lnTo>
                    <a:pt x="30955" y="19045"/>
                  </a:lnTo>
                  <a:lnTo>
                    <a:pt x="30955" y="9523"/>
                  </a:lnTo>
                  <a:lnTo>
                    <a:pt x="30955" y="19045"/>
                  </a:lnTo>
                  <a:cubicBezTo>
                    <a:pt x="24288" y="19045"/>
                    <a:pt x="19049" y="24378"/>
                    <a:pt x="19049" y="30758"/>
                  </a:cubicBezTo>
                  <a:close/>
                </a:path>
              </a:pathLst>
            </a:custGeom>
            <a:solidFill>
              <a:srgbClr val="D8D4D4"/>
            </a:solidFill>
            <a:ln>
              <a:noFill/>
            </a:ln>
            <a:effectLst/>
          </p:spPr>
        </p:sp>
      </p:grpSp>
      <p:grpSp>
        <p:nvGrpSpPr>
          <p:cNvPr id="46" name="Group 46"/>
          <p:cNvGrpSpPr>
            <a:extLst>
              <a:ext uri="smNativeData">
                <pr:smNativeData xmlns:pr="smNativeData" xmlns="smNativeData" val="SMDATA_6_NH3EaBMAAAAlAAAAAQAAAA8BAAAAkAAAAEgAAACQAAAASAAAAAAAAAAAAAAAAAAAABcAAAAUAAAAAAAAAAAAAAD/fwAA/38AAAAAAAAJAAAABAAAAP////8fAAAAVAAAAAAAAAAAAAAAAAAAAAAAAAAAAAAAAAAAAAAAAAAAAAAAAAAAAAAAAAAAAAAAAAAAAAAAAAAAAAAAAAAAAAAAAAAAAAAAAAAAAAAAAAAAAAAAAAAAACEAAAAYAAAAFAAAAM44AAAcIAAAVW0AALkiAAAQAAAAJgAAAAgAAAD/////AAAAAA=="/>
              </a:ext>
            </a:extLst>
          </p:cNvGrpSpPr>
          <p:nvPr/>
        </p:nvGrpSpPr>
        <p:grpSpPr>
          <a:xfrm>
            <a:off x="9234170" y="5219700"/>
            <a:ext cx="8538845" cy="424815"/>
            <a:chOff x="9234170" y="5219700"/>
            <a:chExt cx="8538845" cy="424815"/>
          </a:xfrm>
        </p:grpSpPr>
        <p:sp>
          <p:nvSpPr>
            <p:cNvPr id="47" name="Freeform 47"/>
            <p:cNvSpPr>
              <a:extLst>
                <a:ext uri="smNativeData">
                  <pr:smNativeData xmlns:pr="smNativeData" xmlns="smNativeData" val="SMDATA_15_NH3EaBMAAAAlAAAACwAAAA0AAAAAAAAAAAAAAAAKRgAAfQMAAAAAAAAAAAAAAAAAAAEAAABQAAAAAAAAAAAA4D8AAAAAAADgPwAAAAAAAOA/AAAAAAAA4D8AAAAAAADgPwAAAAAAAOA/AAAAAAAA4D8AAAAAAADgPwAAAAAAAOA/AAAAAAAA4D8CAAAAjAAAAAEAAAAAAAAA+ff3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+ff3AP///wEAAAAAAAAAAAAAAAAAAAAAAAAAAAAAAAAAAAAAAAAAAAAAAAB/f38A7uzhA8zMzADAwP8Af39/AAAAAAAAAAAAAAAAAAAAAAAAAAAAIQAAABgAAAAUAAAAzjgAABwgAABVbQAAuSIAAAAAAAAmAAAACAAAAP//////////"/>
                </a:ext>
              </a:extLst>
            </p:cNvSpPr>
            <p:nvPr/>
          </p:nvSpPr>
          <p:spPr>
            <a:xfrm>
              <a:off x="9234170" y="5219700"/>
              <a:ext cx="8538845" cy="424815"/>
            </a:xfrm>
            <a:custGeom>
              <a:avLst/>
              <a:gdLst/>
              <a:ahLst/>
              <a:cxnLst/>
              <a:rect l="0" t="0" r="8538845" b="424815"/>
              <a:pathLst>
                <a:path w="8538845" h="424815">
                  <a:moveTo>
                    <a:pt x="0" y="0"/>
                  </a:moveTo>
                  <a:lnTo>
                    <a:pt x="8538845" y="0"/>
                  </a:lnTo>
                  <a:lnTo>
                    <a:pt x="8538845" y="424815"/>
                  </a:lnTo>
                  <a:lnTo>
                    <a:pt x="0" y="424815"/>
                  </a:lnTo>
                  <a:close/>
                </a:path>
              </a:pathLst>
            </a:custGeom>
            <a:solidFill>
              <a:srgbClr val="F9F7F7"/>
            </a:solidFill>
            <a:ln>
              <a:noFill/>
            </a:ln>
            <a:effectLst/>
          </p:spPr>
        </p:sp>
      </p:grpSp>
      <p:grpSp>
        <p:nvGrpSpPr>
          <p:cNvPr id="48" name="Group 48"/>
          <p:cNvGrpSpPr>
            <a:extLst>
              <a:ext uri="smNativeData">
                <pr:smNativeData xmlns:pr="smNativeData" xmlns="smNativeData" val="SMDATA_6_NH3EaBMAAAAlAAAAAQAAAA8BAAAAkAAAAEgAAACQAAAASAAAAAAAAAAAAAAAAAAAABcAAAAUAAAAAAAAAAAAAAD/fwAA/38AAAAAAAAJAAAABAAAAP////8fAAAAVAAAAAAAAAAAAAAAAAAAAAAAAAAAAAAAAAAAAAAAAAAAAAAAAAAAAAAAAAAAAAAAAAAAAAAAAAAAAAAAAAAAAAAAAAAAAAAAAAAAAAAAAAAAAAAAAAAAACEAAAAYAAAAFAAAAGpSAACZIAAAuFMAADwiAAAQAAAAJgAAAAgAAAD/////AAAAAA=="/>
              </a:ext>
            </a:extLst>
          </p:cNvGrpSpPr>
          <p:nvPr/>
        </p:nvGrpSpPr>
        <p:grpSpPr>
          <a:xfrm>
            <a:off x="13397230" y="5299075"/>
            <a:ext cx="212090" cy="266065"/>
            <a:chOff x="13397230" y="5299075"/>
            <a:chExt cx="212090" cy="266065"/>
          </a:xfrm>
        </p:grpSpPr>
        <p:sp>
          <p:nvSpPr>
            <p:cNvPr id="49" name="Freeform 49" descr="preencoded.png"/>
            <p:cNvSpPr>
              <a:extLst>
                <a:ext uri="smNativeData">
                  <pr:smNativeData xmlns:pr="smNativeData" xmlns="smNativeData" val="SMDATA_15_NH3EaBMAAAAlAAAACwAAAA0AAAAAAAAAAAAAAAC+AQAALgIAAAAAAAAAAAAAAAAAAAEAAABQAAAAAAAAAAAA4D8AAAAAAADgPwAAAAAAAOA/AAAAAAAA4D8AAAAAAADgPwAAAAAAAOA/AAAAAAAA4D8AAAAAAADgPwAAAAAAAOA/AAAAAAAA4D8CAAAAjAAAAAEAAAACAAAA////AP///wgAAAAAAAAAAHPjkQXD2WxAtZ8C/oCBXqkB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F8AYAAeAAAAaAAAAAAAAAAAAAAAqP////////+q////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alIAAJkgAAC4UwAAPCIAAAAAAAAmAAAACAAAAP//////////"/>
                </a:ext>
              </a:extLst>
            </p:cNvSpPr>
            <p:nvPr/>
          </p:nvSpPr>
          <p:spPr>
            <a:xfrm>
              <a:off x="13397230" y="5299075"/>
              <a:ext cx="212090" cy="266065"/>
            </a:xfrm>
            <a:custGeom>
              <a:avLst/>
              <a:gdLst/>
              <a:ahLst/>
              <a:cxnLst/>
              <a:rect l="0" t="0" r="212090" b="266065"/>
              <a:pathLst>
                <a:path w="212090" h="266065">
                  <a:moveTo>
                    <a:pt x="0" y="0"/>
                  </a:moveTo>
                  <a:lnTo>
                    <a:pt x="212090" y="0"/>
                  </a:lnTo>
                  <a:lnTo>
                    <a:pt x="212090" y="266065"/>
                  </a:lnTo>
                  <a:lnTo>
                    <a:pt x="0" y="2660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rcRect/>
              <a:stretch>
                <a:fillRect l="0" t="-880" r="-10" b="-860"/>
              </a:stretch>
            </a:blipFill>
            <a:ln>
              <a:noFill/>
            </a:ln>
            <a:effectLst/>
          </p:spPr>
        </p:sp>
      </p:grpSp>
      <p:sp>
        <p:nvSpPr>
          <p:cNvPr id="50" name="TextBox 50"/>
          <p:cNvSpPr>
            <a:extLst>
              <a:ext uri="smNativeData">
                <pr:smNativeData xmlns:pr="smNativeData" xmlns="smNativeData" val="SMDATA_15_NH3EaB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DsB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rTkAAHojAACTRAAA9SQAABAgAAAmAAAACAAAAP//////////"/>
              </a:ext>
            </a:extLst>
          </p:cNvSpPr>
          <p:nvPr/>
        </p:nvSpPr>
        <p:spPr>
          <a:xfrm>
            <a:off x="9375775" y="5767070"/>
            <a:ext cx="1771650" cy="24066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 algn="l">
              <a:lnSpc>
                <a:spcPts val="1685"/>
              </a:lnSpc>
              <a:defRPr lang="en-us"/>
            </a:pPr>
            <a:r>
              <a:rPr lang="en-us" sz="1375" cap="none">
                <a:solidFill>
                  <a:srgbClr val="504C49"/>
                </a:solidFill>
                <a:latin typeface="Arimo" pitchFamily="0" charset="1"/>
                <a:ea typeface="Arimo" pitchFamily="0" charset="1"/>
                <a:cs typeface="Arimo" pitchFamily="0" charset="1"/>
              </a:rPr>
              <a:t>Приемане</a:t>
            </a:r>
            <a:endParaRPr lang="en-us" sz="1375" cap="none">
              <a:solidFill>
                <a:srgbClr val="504C49"/>
              </a:solidFill>
              <a:latin typeface="Arimo" pitchFamily="0" charset="1"/>
              <a:ea typeface="Arimo" pitchFamily="0" charset="1"/>
              <a:cs typeface="Arimo" pitchFamily="0" charset="1"/>
            </a:endParaRPr>
          </a:p>
        </p:txBody>
      </p:sp>
      <p:sp>
        <p:nvSpPr>
          <p:cNvPr id="51" name="TextBox 51"/>
          <p:cNvSpPr>
            <a:extLst>
              <a:ext uri="smNativeData">
                <pr:smNativeData xmlns:pr="smNativeData" xmlns="smNativeData" val="SMDATA_15_NH3EaB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rTkAAD8lAAB2bAAA4CYAABAgAAAmAAAACAAAAP//////////"/>
              </a:ext>
            </a:extLst>
          </p:cNvSpPr>
          <p:nvPr/>
        </p:nvSpPr>
        <p:spPr>
          <a:xfrm>
            <a:off x="9375775" y="6054725"/>
            <a:ext cx="8255635" cy="26479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 algn="l">
              <a:lnSpc>
                <a:spcPts val="1750"/>
              </a:lnSpc>
              <a:defRPr lang="en-us"/>
            </a:pPr>
            <a:r>
              <a:rPr lang="en-us" sz="1060" cap="none">
                <a:solidFill>
                  <a:srgbClr val="504C49"/>
                </a:solidFill>
                <a:latin typeface="Source Han Sans JP" pitchFamily="0" charset="1"/>
                <a:ea typeface="Source Han Sans JP" pitchFamily="0" charset="1"/>
                <a:cs typeface="Source Han Sans JP" pitchFamily="0" charset="1"/>
              </a:rPr>
              <a:t>Възложителят провежда приемни тестове до 10 работни дни след предоставяне.</a:t>
            </a:r>
            <a:endParaRPr lang="en-us" sz="1060" cap="none">
              <a:solidFill>
                <a:srgbClr val="504C49"/>
              </a:solidFill>
              <a:latin typeface="Source Han Sans JP" pitchFamily="0" charset="1"/>
              <a:ea typeface="Source Han Sans JP" pitchFamily="0" charset="1"/>
              <a:cs typeface="Source Han Sans JP" pitchFamily="0" charset="1"/>
            </a:endParaRPr>
          </a:p>
        </p:txBody>
      </p:sp>
      <p:sp>
        <p:nvSpPr>
          <p:cNvPr id="52" name="TextBox 52"/>
          <p:cNvSpPr>
            <a:extLst>
              <a:ext uri="smNativeData">
                <pr:smNativeData xmlns:pr="smNativeData" xmlns="smNativeData" val="SMDATA_15_NH3EaB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rTkAAConAAB2bAAAyygAABAgAAAmAAAACAAAAP//////////"/>
              </a:ext>
            </a:extLst>
          </p:cNvSpPr>
          <p:nvPr/>
        </p:nvSpPr>
        <p:spPr>
          <a:xfrm>
            <a:off x="9375775" y="6366510"/>
            <a:ext cx="8255635" cy="26479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 algn="l">
              <a:lnSpc>
                <a:spcPts val="1750"/>
              </a:lnSpc>
              <a:defRPr lang="en-us"/>
            </a:pPr>
            <a:r>
              <a:rPr lang="en-us" sz="1060" cap="none">
                <a:solidFill>
                  <a:srgbClr val="504C49"/>
                </a:solidFill>
                <a:latin typeface="Source Han Sans JP" pitchFamily="0" charset="1"/>
                <a:ea typeface="Source Han Sans JP" pitchFamily="0" charset="1"/>
                <a:cs typeface="Source Han Sans JP" pitchFamily="0" charset="1"/>
              </a:rPr>
              <a:t>При одобрение – приемане; при забележки – корекции по договорен график.</a:t>
            </a:r>
            <a:endParaRPr lang="en-us" sz="1060" cap="none">
              <a:solidFill>
                <a:srgbClr val="504C49"/>
              </a:solidFill>
              <a:latin typeface="Source Han Sans JP" pitchFamily="0" charset="1"/>
              <a:ea typeface="Source Han Sans JP" pitchFamily="0" charset="1"/>
              <a:cs typeface="Source Han Sans JP" pitchFamily="0" charset="1"/>
            </a:endParaRPr>
          </a:p>
        </p:txBody>
      </p:sp>
      <p:grpSp>
        <p:nvGrpSpPr>
          <p:cNvPr id="53" name="Group 53"/>
          <p:cNvGrpSpPr>
            <a:extLst>
              <a:ext uri="smNativeData">
                <pr:smNativeData xmlns:pr="smNativeData" xmlns="smNativeData" val="SMDATA_6_NH3EaBMAAAAlAAAAAQAAAA8BAAAAkAAAAEgAAACQAAAASAAAAAAAAAAAAAAAAAAAABcAAAAUAAAAAAAAAAAAAAD/fwAA/38AAAAAAAAJAAAABAAAAP////8fAAAAVAAAAAAAAAAAAAAAAAAAAAAAAAAAAAAAAAAAAAAAAAAAAAAAAAAAAAAAAAAAAAAAAAAAAAAAAAAAAAAAAAAAAAAAAAAAAAAAAAAAAAAAAAAAAAAAAAAAACEAAAAYAAAAFAAAAP4CAACYKgAA3zcAAPszAAAQAAAAJgAAAAgAAAD/////AAAAAA=="/>
              </a:ext>
            </a:extLst>
          </p:cNvGrpSpPr>
          <p:nvPr/>
        </p:nvGrpSpPr>
        <p:grpSpPr>
          <a:xfrm>
            <a:off x="486410" y="6924040"/>
            <a:ext cx="8595995" cy="1525905"/>
            <a:chOff x="486410" y="6924040"/>
            <a:chExt cx="8595995" cy="1525905"/>
          </a:xfrm>
        </p:grpSpPr>
        <p:sp>
          <p:nvSpPr>
            <p:cNvPr id="55" name="Freeform 54"/>
            <p:cNvSpPr>
              <a:extLst>
                <a:ext uri="smNativeData">
                  <pr:smNativeData xmlns:pr="smNativeData" xmlns="smNativeData" val="SMDATA_15_NH3EaBMAAAAlAAAACwAAAA0AAAAAFAAAABQAAABuRgAAcAwAAAAAAAAAAAAAAAAAAAEAAABQAAAAAAAAAAAA4D8AAAAAAADgPwAAAAAAAOA/AAAAAAAA4D8AAAAAAADgPwAAAAAAAOA/AAAAAAAA4D8AAAAAAADgPwAAAAAAAOA/AAAAAAAA4D8CAAAAjAAAAAE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DsB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DQMAAKcqAADQNwAA7DMAAAAAAAAmAAAACAAAAP//////////"/>
                </a:ext>
              </a:extLst>
            </p:cNvSpPr>
            <p:nvPr/>
          </p:nvSpPr>
          <p:spPr>
            <a:xfrm>
              <a:off x="495935" y="6933565"/>
              <a:ext cx="8576945" cy="1506855"/>
            </a:xfrm>
            <a:custGeom>
              <a:avLst/>
              <a:gdLst/>
              <a:ahLst/>
              <a:cxnLst/>
              <a:rect l="0" t="0" r="8576945" b="1506855"/>
              <a:pathLst>
                <a:path w="8576945" h="1506855">
                  <a:moveTo>
                    <a:pt x="0" y="21242"/>
                  </a:moveTo>
                  <a:cubicBezTo>
                    <a:pt x="0" y="9525"/>
                    <a:pt x="9620" y="0"/>
                    <a:pt x="21525" y="0"/>
                  </a:cubicBezTo>
                  <a:lnTo>
                    <a:pt x="8555419" y="0"/>
                  </a:lnTo>
                  <a:cubicBezTo>
                    <a:pt x="8567324" y="0"/>
                    <a:pt x="8576945" y="9525"/>
                    <a:pt x="8576945" y="21242"/>
                  </a:cubicBezTo>
                  <a:lnTo>
                    <a:pt x="8576945" y="1485612"/>
                  </a:lnTo>
                  <a:cubicBezTo>
                    <a:pt x="8576945" y="1497329"/>
                    <a:pt x="8567324" y="1506855"/>
                    <a:pt x="8555419" y="1506855"/>
                  </a:cubicBezTo>
                  <a:lnTo>
                    <a:pt x="21525" y="1506855"/>
                  </a:lnTo>
                  <a:cubicBezTo>
                    <a:pt x="9620" y="1506855"/>
                    <a:pt x="0" y="1497329"/>
                    <a:pt x="0" y="148561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</p:sp>
        <p:sp>
          <p:nvSpPr>
            <p:cNvPr id="54" name="Freeform 55"/>
            <p:cNvSpPr>
              <a:extLst>
                <a:ext uri="smNativeData">
                  <pr:smNativeData xmlns:pr="smNativeData" xmlns="smNativeData" val="SMDATA_15_NH3EaBMAAAAlAAAACwAAAA0AAAAAAAAAAAAAAACCRgAAhAwAAAAAAAAAAAAAAAAAAAEAAABQAAAAAAAAAAAA4D8AAAAAAADgPwAAAAAAAOA/AAAAAAAA4D8AAAAAAADgPwAAAAAAAOA/AAAAAAAA4D8AAAAAAADgPwAAAAAAAOA/AAAAAAAA4D8CAAAAjAAAAAEAAAAAAAAA2NTU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I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2NTUAP///wEAAAAAAAAAAAAAAAAAAAAAAAAAAAAAAAAAAAAAAAAAAAAAAAB/f38A7uzhA8zMzADAwP8Af39/AAAAAAAAAAAAAAAAAAAAAAAAAAAAIQAAABgAAAAUAAAA/gIAAJgqAADfNwAA+zMAAAAAAAAmAAAACAAAAP//////////"/>
                </a:ext>
              </a:extLst>
            </p:cNvSpPr>
            <p:nvPr/>
          </p:nvSpPr>
          <p:spPr>
            <a:xfrm>
              <a:off x="486410" y="6924040"/>
              <a:ext cx="8595995" cy="1525905"/>
            </a:xfrm>
            <a:custGeom>
              <a:avLst/>
              <a:gdLst/>
              <a:ahLst/>
              <a:cxnLst/>
              <a:rect l="0" t="0" r="8595995" b="1525905"/>
              <a:pathLst>
                <a:path w="8595995" h="1525905">
                  <a:moveTo>
                    <a:pt x="0" y="30767"/>
                  </a:moveTo>
                  <a:cubicBezTo>
                    <a:pt x="0" y="13716"/>
                    <a:pt x="14001" y="0"/>
                    <a:pt x="31050" y="0"/>
                  </a:cubicBezTo>
                  <a:lnTo>
                    <a:pt x="8564944" y="0"/>
                  </a:lnTo>
                  <a:lnTo>
                    <a:pt x="8564944" y="9525"/>
                  </a:lnTo>
                  <a:lnTo>
                    <a:pt x="8564944" y="0"/>
                  </a:lnTo>
                  <a:cubicBezTo>
                    <a:pt x="8581992" y="0"/>
                    <a:pt x="8595995" y="13716"/>
                    <a:pt x="8595995" y="30767"/>
                  </a:cubicBezTo>
                  <a:lnTo>
                    <a:pt x="8586470" y="30767"/>
                  </a:lnTo>
                  <a:lnTo>
                    <a:pt x="8595995" y="30767"/>
                  </a:lnTo>
                  <a:lnTo>
                    <a:pt x="8595995" y="1495137"/>
                  </a:lnTo>
                  <a:lnTo>
                    <a:pt x="8586470" y="1495137"/>
                  </a:lnTo>
                  <a:lnTo>
                    <a:pt x="8595995" y="1495137"/>
                  </a:lnTo>
                  <a:cubicBezTo>
                    <a:pt x="8595995" y="1512188"/>
                    <a:pt x="8581992" y="1525905"/>
                    <a:pt x="8564944" y="1525905"/>
                  </a:cubicBezTo>
                  <a:lnTo>
                    <a:pt x="8564944" y="1516379"/>
                  </a:lnTo>
                  <a:lnTo>
                    <a:pt x="8564944" y="1525905"/>
                  </a:lnTo>
                  <a:lnTo>
                    <a:pt x="31050" y="1525905"/>
                  </a:lnTo>
                  <a:lnTo>
                    <a:pt x="31050" y="1516379"/>
                  </a:lnTo>
                  <a:lnTo>
                    <a:pt x="31050" y="1525905"/>
                  </a:lnTo>
                  <a:cubicBezTo>
                    <a:pt x="14001" y="1525905"/>
                    <a:pt x="0" y="1512188"/>
                    <a:pt x="0" y="1495137"/>
                  </a:cubicBezTo>
                  <a:lnTo>
                    <a:pt x="0" y="30767"/>
                  </a:lnTo>
                  <a:lnTo>
                    <a:pt x="9524" y="30767"/>
                  </a:lnTo>
                  <a:lnTo>
                    <a:pt x="0" y="30767"/>
                  </a:lnTo>
                  <a:moveTo>
                    <a:pt x="19049" y="30767"/>
                  </a:moveTo>
                  <a:lnTo>
                    <a:pt x="19049" y="1495137"/>
                  </a:lnTo>
                  <a:lnTo>
                    <a:pt x="9524" y="1495137"/>
                  </a:lnTo>
                  <a:lnTo>
                    <a:pt x="19049" y="1495137"/>
                  </a:lnTo>
                  <a:cubicBezTo>
                    <a:pt x="19049" y="1501519"/>
                    <a:pt x="24288" y="1506853"/>
                    <a:pt x="31050" y="1506853"/>
                  </a:cubicBezTo>
                  <a:lnTo>
                    <a:pt x="8564944" y="1506853"/>
                  </a:lnTo>
                  <a:cubicBezTo>
                    <a:pt x="8571611" y="1506853"/>
                    <a:pt x="8576945" y="1501519"/>
                    <a:pt x="8576945" y="1495137"/>
                  </a:cubicBezTo>
                  <a:lnTo>
                    <a:pt x="8576945" y="30767"/>
                  </a:lnTo>
                  <a:cubicBezTo>
                    <a:pt x="8576945" y="24385"/>
                    <a:pt x="8571706" y="19051"/>
                    <a:pt x="8564944" y="19051"/>
                  </a:cubicBezTo>
                  <a:lnTo>
                    <a:pt x="31050" y="19051"/>
                  </a:lnTo>
                  <a:lnTo>
                    <a:pt x="31050" y="9525"/>
                  </a:lnTo>
                  <a:lnTo>
                    <a:pt x="31050" y="19051"/>
                  </a:lnTo>
                  <a:cubicBezTo>
                    <a:pt x="24288" y="19051"/>
                    <a:pt x="19049" y="24385"/>
                    <a:pt x="19049" y="30767"/>
                  </a:cubicBezTo>
                  <a:close/>
                </a:path>
              </a:pathLst>
            </a:custGeom>
            <a:solidFill>
              <a:srgbClr val="D8D4D4"/>
            </a:solidFill>
            <a:ln>
              <a:noFill/>
            </a:ln>
            <a:effectLst/>
          </p:spPr>
        </p:sp>
      </p:grpSp>
      <p:grpSp>
        <p:nvGrpSpPr>
          <p:cNvPr id="56" name="Group 56"/>
          <p:cNvGrpSpPr>
            <a:extLst>
              <a:ext uri="smNativeData">
                <pr:smNativeData xmlns:pr="smNativeData" xmlns="smNativeData" val="SMDATA_6_NH3EaBMAAAAlAAAAAQAAAA8BAAAAkAAAAEgAAACQAAAASAAAAAAAAAAAAAAAAAAAABcAAAAUAAAAAAAAAAAAAAD/fwAA/38AAAAAAAAJAAAABAAAAP////8fAAAAVAAAAAAAAAAAAAAAAAAAAAAAAAAAAAAAAAAAAAAAAAAAAAAAAAAAAAAAAAAAAAAAAAAAAAAAAAAAAAAAAAAAAAAAAAAAAAAAAAAAAAAAAAAAAAAAAAAAACEAAAAYAAAAFAAAACsDAADFKgAAsjcAAGMtAAAQAAAAJgAAAAgAAAD/////AAAAAA=="/>
              </a:ext>
            </a:extLst>
          </p:cNvGrpSpPr>
          <p:nvPr/>
        </p:nvGrpSpPr>
        <p:grpSpPr>
          <a:xfrm>
            <a:off x="514985" y="6952615"/>
            <a:ext cx="8538845" cy="425450"/>
            <a:chOff x="514985" y="6952615"/>
            <a:chExt cx="8538845" cy="425450"/>
          </a:xfrm>
        </p:grpSpPr>
        <p:sp>
          <p:nvSpPr>
            <p:cNvPr id="57" name="Freeform 57"/>
            <p:cNvSpPr>
              <a:extLst>
                <a:ext uri="smNativeData">
                  <pr:smNativeData xmlns:pr="smNativeData" xmlns="smNativeData" val="SMDATA_15_NH3EaBMAAAAlAAAACwAAAA0AAAAAAAAAAAAAAAAKRgAAfQMAAAAAAAAAAAAAAAAAAAEAAABQAAAAAAAAAAAA4D8AAAAAAADgPwAAAAAAAOA/AAAAAAAA4D8AAAAAAADgPwAAAAAAAOA/AAAAAAAA4D8AAAAAAADgPwAAAAAAAOA/AAAAAAAA4D8CAAAAjAAAAAEAAAAAAAAA+ff3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+ff3AP///wEAAAAAAAAAAAAAAAAAAAAAAAAAAAAAAAAAAAAAAAAAAAAAAAB/f38A7uzhA8zMzADAwP8Af39/AAAAAAAAAAAAAAAAAAAAAAAAAAAAIQAAABgAAAAUAAAAKwMAAMUqAACyNwAAYy0AAAAAAAAmAAAACAAAAP//////////"/>
                </a:ext>
              </a:extLst>
            </p:cNvSpPr>
            <p:nvPr/>
          </p:nvSpPr>
          <p:spPr>
            <a:xfrm>
              <a:off x="514985" y="6952615"/>
              <a:ext cx="8538845" cy="425450"/>
            </a:xfrm>
            <a:custGeom>
              <a:avLst/>
              <a:gdLst/>
              <a:ahLst/>
              <a:cxnLst/>
              <a:rect l="0" t="0" r="8538845" b="425450"/>
              <a:pathLst>
                <a:path w="8538845" h="425450">
                  <a:moveTo>
                    <a:pt x="0" y="0"/>
                  </a:moveTo>
                  <a:lnTo>
                    <a:pt x="8538845" y="0"/>
                  </a:lnTo>
                  <a:lnTo>
                    <a:pt x="8538845" y="425450"/>
                  </a:lnTo>
                  <a:lnTo>
                    <a:pt x="0" y="425450"/>
                  </a:lnTo>
                  <a:close/>
                </a:path>
              </a:pathLst>
            </a:custGeom>
            <a:solidFill>
              <a:srgbClr val="F9F7F7"/>
            </a:solidFill>
            <a:ln>
              <a:noFill/>
            </a:ln>
            <a:effectLst/>
          </p:spPr>
        </p:sp>
      </p:grpSp>
      <p:grpSp>
        <p:nvGrpSpPr>
          <p:cNvPr id="58" name="Group 58"/>
          <p:cNvGrpSpPr>
            <a:extLst>
              <a:ext uri="smNativeData">
                <pr:smNativeData xmlns:pr="smNativeData" xmlns="smNativeData" val="SMDATA_6_NH3EaBMAAAAlAAAAAQAAAA8BAAAAkAAAAEgAAACQAAAASAAAAAAAAAAAAAAAAAAAABcAAAAUAAAAAAAAAAAAAAD/fwAA/38AAAAAAAAJAAAABAAAAGGEYcUfAAAAVAAAAAAAAAAAAAAAAAAAAAAAAAAAAAAAAAAAAAAAAAAAAAAAAAAAAAAAAAAAAAAAAAAAAAAAAAAAAAAAAAAAAAAAAAAAAAAAAAAAAAAAAAAAAAAAAAAAACEAAAAYAAAAFAAAAMccAABDKwAAFh4AAOUsAAAQAAAAJgAAAAgAAAD/////AAAAAA=="/>
              </a:ext>
            </a:extLst>
          </p:cNvGrpSpPr>
          <p:nvPr/>
        </p:nvGrpSpPr>
        <p:grpSpPr>
          <a:xfrm>
            <a:off x="4678045" y="7032625"/>
            <a:ext cx="212725" cy="265430"/>
            <a:chOff x="4678045" y="7032625"/>
            <a:chExt cx="212725" cy="265430"/>
          </a:xfrm>
        </p:grpSpPr>
        <p:sp>
          <p:nvSpPr>
            <p:cNvPr id="59" name="Freeform 59" descr="preencoded.png"/>
            <p:cNvSpPr>
              <a:extLst>
                <a:ext uri="smNativeData">
                  <pr:smNativeData xmlns:pr="smNativeData" xmlns="smNativeData" val="SMDATA_15_NH3EaBMAAAAlAAAACwAAAA0AAAAAAAAAAAAAAAC+AQAALgIAAAAAAAAAAAAAAAAAAAEAAABQAAAAAAAAAAAA4D8AAAAAAADgPwAAAAAAAOA/AAAAAAAA4D8AAAAAAADgPwAAAAAAAOA/AAAAAAAA4D8AAAAAAADgPwAAAAAAAOA/AAAAAAAA4D8CAAAAjAAAAAEAAAACAAAA////AP///wgAAAAAAAAAAIA/BFLFttpKsmIMr/qBTicB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qP////////+q////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xxwAAEMrAAAWHgAA5SwAAAAAAAAmAAAACAAAAP//////////"/>
                </a:ext>
              </a:extLst>
            </p:cNvSpPr>
            <p:nvPr/>
          </p:nvSpPr>
          <p:spPr>
            <a:xfrm>
              <a:off x="4678045" y="7032625"/>
              <a:ext cx="212725" cy="265430"/>
            </a:xfrm>
            <a:custGeom>
              <a:avLst/>
              <a:gdLst/>
              <a:ahLst/>
              <a:cxnLst/>
              <a:rect l="0" t="0" r="212725" b="265430"/>
              <a:pathLst>
                <a:path w="212725" h="265430">
                  <a:moveTo>
                    <a:pt x="0" y="0"/>
                  </a:moveTo>
                  <a:lnTo>
                    <a:pt x="212725" y="0"/>
                  </a:lnTo>
                  <a:lnTo>
                    <a:pt x="212725" y="265430"/>
                  </a:lnTo>
                  <a:lnTo>
                    <a:pt x="0" y="2654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rcRect/>
              <a:stretch>
                <a:fillRect l="0" t="-880" r="-10" b="-860"/>
              </a:stretch>
            </a:blipFill>
            <a:ln>
              <a:noFill/>
            </a:ln>
            <a:effectLst/>
          </p:spPr>
        </p:sp>
      </p:grpSp>
      <p:sp>
        <p:nvSpPr>
          <p:cNvPr id="60" name="TextBox 60"/>
          <p:cNvSpPr>
            <a:extLst>
              <a:ext uri="smNativeData">
                <pr:smNativeData xmlns:pr="smNativeData" xmlns="smNativeData" val="SMDATA_15_NH3EaB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IY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CgQAACQuAADTEgAAny8AABAgAAAmAAAACAAAAP//////////"/>
              </a:ext>
            </a:extLst>
          </p:cNvSpPr>
          <p:nvPr/>
        </p:nvSpPr>
        <p:spPr>
          <a:xfrm>
            <a:off x="656590" y="7500620"/>
            <a:ext cx="2403475" cy="24066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 algn="l">
              <a:lnSpc>
                <a:spcPts val="1685"/>
              </a:lnSpc>
              <a:defRPr lang="en-us"/>
            </a:pPr>
            <a:r>
              <a:rPr lang="en-us" sz="1375" cap="none">
                <a:solidFill>
                  <a:srgbClr val="504C49"/>
                </a:solidFill>
                <a:latin typeface="Arimo" pitchFamily="0" charset="1"/>
                <a:ea typeface="Arimo" pitchFamily="0" charset="1"/>
                <a:cs typeface="Arimo" pitchFamily="0" charset="1"/>
              </a:rPr>
              <a:t>Интелектуална собственост</a:t>
            </a:r>
            <a:endParaRPr lang="en-us" sz="1375" cap="none">
              <a:solidFill>
                <a:srgbClr val="504C49"/>
              </a:solidFill>
              <a:latin typeface="Arimo" pitchFamily="0" charset="1"/>
              <a:ea typeface="Arimo" pitchFamily="0" charset="1"/>
              <a:cs typeface="Arimo" pitchFamily="0" charset="1"/>
            </a:endParaRPr>
          </a:p>
        </p:txBody>
      </p:sp>
      <p:sp>
        <p:nvSpPr>
          <p:cNvPr id="61" name="TextBox 61"/>
          <p:cNvSpPr>
            <a:extLst>
              <a:ext uri="smNativeData">
                <pr:smNativeData xmlns:pr="smNativeData" xmlns="smNativeData" val="SMDATA_15_NH3EaB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CgQAAOkvAADTNgAA7zIAABAgAAAmAAAACAAAAP//////////"/>
              </a:ext>
            </a:extLst>
          </p:cNvSpPr>
          <p:nvPr/>
        </p:nvSpPr>
        <p:spPr>
          <a:xfrm>
            <a:off x="656590" y="7788275"/>
            <a:ext cx="8255635" cy="49149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 algn="l">
              <a:lnSpc>
                <a:spcPts val="1750"/>
              </a:lnSpc>
              <a:defRPr lang="en-us"/>
            </a:pPr>
            <a:r>
              <a:rPr lang="en-us" sz="1060" cap="none">
                <a:solidFill>
                  <a:srgbClr val="504C49"/>
                </a:solidFill>
                <a:latin typeface="Source Han Sans JP" pitchFamily="0" charset="1"/>
                <a:ea typeface="Source Han Sans JP" pitchFamily="0" charset="1"/>
                <a:cs typeface="Source Han Sans JP" pitchFamily="0" charset="1"/>
              </a:rPr>
              <a:t>Кодът и документацията стават собственост на Възложителя след пълно плащане, освен за предварително използвани модули.</a:t>
            </a:r>
            <a:endParaRPr lang="en-us" sz="1060" cap="none">
              <a:solidFill>
                <a:srgbClr val="504C49"/>
              </a:solidFill>
              <a:latin typeface="Source Han Sans JP" pitchFamily="0" charset="1"/>
              <a:ea typeface="Source Han Sans JP" pitchFamily="0" charset="1"/>
              <a:cs typeface="Source Han Sans JP" pitchFamily="0" charset="1"/>
            </a:endParaRPr>
          </a:p>
        </p:txBody>
      </p:sp>
      <p:grpSp>
        <p:nvGrpSpPr>
          <p:cNvPr id="62" name="Group 62"/>
          <p:cNvGrpSpPr>
            <a:extLst>
              <a:ext uri="smNativeData">
                <pr:smNativeData xmlns:pr="smNativeData" xmlns="smNativeData" val="SMDATA_6_NH3EaBMAAAAlAAAAAQAAAA8BAAAAkAAAAEgAAACQAAAASAAAAAAAAAAAAAAAAAAAABcAAAAUAAAAAAAAAAAAAAD/fwAA/38AAAAAAAAJAAAABAAAAP////8fAAAAVAAAAAAAAAAAAAAAAAAAAAAAAAAAAAAAAAAAAAAAAAAAAAAAAAAAAAAAAAAAAAAAAAAAAAAAAAAAAAAAAAAAAAAAAAAAAAAAAAAAAAAAAAAAAAAAAAAAACEAAAAYAAAAFAAAAKE4AACYKgAAgm0AAPszAAAQAAAAJgAAAAgAAAD/////AAAAAA=="/>
              </a:ext>
            </a:extLst>
          </p:cNvGrpSpPr>
          <p:nvPr/>
        </p:nvGrpSpPr>
        <p:grpSpPr>
          <a:xfrm>
            <a:off x="9205595" y="6924040"/>
            <a:ext cx="8595995" cy="1525905"/>
            <a:chOff x="9205595" y="6924040"/>
            <a:chExt cx="8595995" cy="1525905"/>
          </a:xfrm>
        </p:grpSpPr>
        <p:sp>
          <p:nvSpPr>
            <p:cNvPr id="64" name="Freeform 63"/>
            <p:cNvSpPr>
              <a:extLst>
                <a:ext uri="smNativeData">
                  <pr:smNativeData xmlns:pr="smNativeData" xmlns="smNativeData" val="SMDATA_15_NH3EaBMAAAAlAAAACwAAAA0AAAAAFAAAABQAAABuRgAAcAwAAAAAAAAAAAAAAAAAAAEAAABQAAAAAAAAAAAA4D8AAAAAAADgPwAAAAAAAOA/AAAAAAAA4D8AAAAAAADgPwAAAAAAAOA/AAAAAAAA4D8AAAAAAADgPwAAAAAAAOA/AAAAAAAA4D8CAAAAjAAAAAE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sDgAAKcqAABzbQAA7DMAAAAAAAAmAAAACAAAAP//////////"/>
                </a:ext>
              </a:extLst>
            </p:cNvSpPr>
            <p:nvPr/>
          </p:nvSpPr>
          <p:spPr>
            <a:xfrm>
              <a:off x="9215120" y="6933565"/>
              <a:ext cx="8576945" cy="1506855"/>
            </a:xfrm>
            <a:custGeom>
              <a:avLst/>
              <a:gdLst/>
              <a:ahLst/>
              <a:cxnLst/>
              <a:rect l="0" t="0" r="8576945" b="1506855"/>
              <a:pathLst>
                <a:path w="8576945" h="1506855">
                  <a:moveTo>
                    <a:pt x="0" y="21242"/>
                  </a:moveTo>
                  <a:cubicBezTo>
                    <a:pt x="0" y="9525"/>
                    <a:pt x="9620" y="0"/>
                    <a:pt x="21525" y="0"/>
                  </a:cubicBezTo>
                  <a:lnTo>
                    <a:pt x="8555419" y="0"/>
                  </a:lnTo>
                  <a:cubicBezTo>
                    <a:pt x="8567324" y="0"/>
                    <a:pt x="8576945" y="9525"/>
                    <a:pt x="8576945" y="21242"/>
                  </a:cubicBezTo>
                  <a:lnTo>
                    <a:pt x="8576945" y="1485612"/>
                  </a:lnTo>
                  <a:cubicBezTo>
                    <a:pt x="8576945" y="1497329"/>
                    <a:pt x="8567324" y="1506855"/>
                    <a:pt x="8555419" y="1506855"/>
                  </a:cubicBezTo>
                  <a:lnTo>
                    <a:pt x="21525" y="1506855"/>
                  </a:lnTo>
                  <a:cubicBezTo>
                    <a:pt x="9620" y="1506855"/>
                    <a:pt x="0" y="1497329"/>
                    <a:pt x="0" y="148561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</p:sp>
        <p:sp>
          <p:nvSpPr>
            <p:cNvPr id="63" name="Freeform 64"/>
            <p:cNvSpPr>
              <a:extLst>
                <a:ext uri="smNativeData">
                  <pr:smNativeData xmlns:pr="smNativeData" xmlns="smNativeData" val="SMDATA_15_NH3EaBMAAAAlAAAACwAAAA0AAAAAAAAAAAAAAACCRgAAhAwAAAAAAAAAAAAAAAAAAAEAAABQAAAAAAAAAAAA4D8AAAAAAADgPwAAAAAAAOA/AAAAAAAA4D8AAAAAAADgPwAAAAAAAOA/AAAAAAAA4D8AAAAAAADgPwAAAAAAAOA/AAAAAAAA4D8CAAAAjAAAAAEAAAAAAAAA2NTU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2NTUAP///wEAAAAAAAAAAAAAAAAAAAAAAAAAAAAAAAAAAAAAAAAAAAAAAAB/f38A7uzhA8zMzADAwP8Af39/AAAAAAAAAAAAAAAAAAAAAAAAAAAAIQAAABgAAAAUAAAAoTgAAJgqAACCbQAA+zMAAAAAAAAmAAAACAAAAP//////////"/>
                </a:ext>
              </a:extLst>
            </p:cNvSpPr>
            <p:nvPr/>
          </p:nvSpPr>
          <p:spPr>
            <a:xfrm>
              <a:off x="9205595" y="6924040"/>
              <a:ext cx="8595995" cy="1525905"/>
            </a:xfrm>
            <a:custGeom>
              <a:avLst/>
              <a:gdLst/>
              <a:ahLst/>
              <a:cxnLst/>
              <a:rect l="0" t="0" r="8595995" b="1525905"/>
              <a:pathLst>
                <a:path w="8595995" h="1525905">
                  <a:moveTo>
                    <a:pt x="0" y="30767"/>
                  </a:moveTo>
                  <a:cubicBezTo>
                    <a:pt x="0" y="13716"/>
                    <a:pt x="14001" y="0"/>
                    <a:pt x="31050" y="0"/>
                  </a:cubicBezTo>
                  <a:lnTo>
                    <a:pt x="8564944" y="0"/>
                  </a:lnTo>
                  <a:lnTo>
                    <a:pt x="8564944" y="9525"/>
                  </a:lnTo>
                  <a:lnTo>
                    <a:pt x="8564944" y="0"/>
                  </a:lnTo>
                  <a:cubicBezTo>
                    <a:pt x="8581992" y="0"/>
                    <a:pt x="8595995" y="13716"/>
                    <a:pt x="8595995" y="30767"/>
                  </a:cubicBezTo>
                  <a:lnTo>
                    <a:pt x="8586470" y="30767"/>
                  </a:lnTo>
                  <a:lnTo>
                    <a:pt x="8595995" y="30767"/>
                  </a:lnTo>
                  <a:lnTo>
                    <a:pt x="8595995" y="1495137"/>
                  </a:lnTo>
                  <a:lnTo>
                    <a:pt x="8586470" y="1495137"/>
                  </a:lnTo>
                  <a:lnTo>
                    <a:pt x="8595995" y="1495137"/>
                  </a:lnTo>
                  <a:cubicBezTo>
                    <a:pt x="8595995" y="1512188"/>
                    <a:pt x="8581992" y="1525905"/>
                    <a:pt x="8564944" y="1525905"/>
                  </a:cubicBezTo>
                  <a:lnTo>
                    <a:pt x="8564944" y="1516379"/>
                  </a:lnTo>
                  <a:lnTo>
                    <a:pt x="8564944" y="1525905"/>
                  </a:lnTo>
                  <a:lnTo>
                    <a:pt x="31050" y="1525905"/>
                  </a:lnTo>
                  <a:lnTo>
                    <a:pt x="31050" y="1516379"/>
                  </a:lnTo>
                  <a:lnTo>
                    <a:pt x="31050" y="1525905"/>
                  </a:lnTo>
                  <a:cubicBezTo>
                    <a:pt x="14001" y="1525905"/>
                    <a:pt x="0" y="1512188"/>
                    <a:pt x="0" y="1495137"/>
                  </a:cubicBezTo>
                  <a:lnTo>
                    <a:pt x="0" y="30767"/>
                  </a:lnTo>
                  <a:lnTo>
                    <a:pt x="9524" y="30767"/>
                  </a:lnTo>
                  <a:lnTo>
                    <a:pt x="0" y="30767"/>
                  </a:lnTo>
                  <a:moveTo>
                    <a:pt x="19049" y="30767"/>
                  </a:moveTo>
                  <a:lnTo>
                    <a:pt x="19049" y="1495137"/>
                  </a:lnTo>
                  <a:lnTo>
                    <a:pt x="9524" y="1495137"/>
                  </a:lnTo>
                  <a:lnTo>
                    <a:pt x="19049" y="1495137"/>
                  </a:lnTo>
                  <a:cubicBezTo>
                    <a:pt x="19049" y="1501519"/>
                    <a:pt x="24288" y="1506853"/>
                    <a:pt x="31050" y="1506853"/>
                  </a:cubicBezTo>
                  <a:lnTo>
                    <a:pt x="8564944" y="1506853"/>
                  </a:lnTo>
                  <a:cubicBezTo>
                    <a:pt x="8571611" y="1506853"/>
                    <a:pt x="8576945" y="1501519"/>
                    <a:pt x="8576945" y="1495137"/>
                  </a:cubicBezTo>
                  <a:lnTo>
                    <a:pt x="8576945" y="30767"/>
                  </a:lnTo>
                  <a:cubicBezTo>
                    <a:pt x="8576945" y="24385"/>
                    <a:pt x="8571706" y="19051"/>
                    <a:pt x="8564944" y="19051"/>
                  </a:cubicBezTo>
                  <a:lnTo>
                    <a:pt x="31050" y="19051"/>
                  </a:lnTo>
                  <a:lnTo>
                    <a:pt x="31050" y="9525"/>
                  </a:lnTo>
                  <a:lnTo>
                    <a:pt x="31050" y="19051"/>
                  </a:lnTo>
                  <a:cubicBezTo>
                    <a:pt x="24288" y="19051"/>
                    <a:pt x="19049" y="24385"/>
                    <a:pt x="19049" y="30767"/>
                  </a:cubicBezTo>
                  <a:close/>
                </a:path>
              </a:pathLst>
            </a:custGeom>
            <a:solidFill>
              <a:srgbClr val="D8D4D4"/>
            </a:solidFill>
            <a:ln>
              <a:noFill/>
            </a:ln>
            <a:effectLst/>
          </p:spPr>
        </p:sp>
      </p:grpSp>
      <p:grpSp>
        <p:nvGrpSpPr>
          <p:cNvPr id="65" name="Group 65"/>
          <p:cNvGrpSpPr>
            <a:extLst>
              <a:ext uri="smNativeData">
                <pr:smNativeData xmlns:pr="smNativeData" xmlns="smNativeData" val="SMDATA_6_NH3EaBMAAAAlAAAAAQAAAA8BAAAAkAAAAEgAAACQAAAASAAAAAAAAAAAAAAAAAAAABcAAAAUAAAAAAAAAAAAAAD/fwAA/38AAAAAAAAJAAAABAAAAP////8fAAAAVAAAAAAAAAAAAAAAAAAAAAAAAAAAAAAAAAAAAAAAAAAAAAAAAAAAAAAAAAAAAAAAAAAAAAAAAAAAAAAAAAAAAAAAAAAAAAAAAAAAAAAAAAAAAAAAAAAAACEAAAAYAAAAFAAAAM44AADFKgAAVW0AAGMtAAAQAAAAJgAAAAgAAAD/////AAAAAA=="/>
              </a:ext>
            </a:extLst>
          </p:cNvGrpSpPr>
          <p:nvPr/>
        </p:nvGrpSpPr>
        <p:grpSpPr>
          <a:xfrm>
            <a:off x="9234170" y="6952615"/>
            <a:ext cx="8538845" cy="425450"/>
            <a:chOff x="9234170" y="6952615"/>
            <a:chExt cx="8538845" cy="425450"/>
          </a:xfrm>
        </p:grpSpPr>
        <p:sp>
          <p:nvSpPr>
            <p:cNvPr id="66" name="Freeform 66"/>
            <p:cNvSpPr>
              <a:extLst>
                <a:ext uri="smNativeData">
                  <pr:smNativeData xmlns:pr="smNativeData" xmlns="smNativeData" val="SMDATA_15_NH3EaBMAAAAlAAAACwAAAA0AAAAAAAAAAAAAAAAKRgAAfQMAAAAAAAAAAAAAAAAAAAEAAABQAAAAAAAAAAAA4D8AAAAAAADgPwAAAAAAAOA/AAAAAAAA4D8AAAAAAADgPwAAAAAAAOA/AAAAAAAA4D8AAAAAAADgPwAAAAAAAOA/AAAAAAAA4D8CAAAAjAAAAAEAAAAAAAAA+ff3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+ff3AP///wEAAAAAAAAAAAAAAAAAAAAAAAAAAAAAAAAAAAAAAAAAAAAAAAB/f38A7uzhA8zMzADAwP8Af39/AAAAAAAAAAAAAAAAAAAAAAAAAAAAIQAAABgAAAAUAAAAzjgAAMUqAABVbQAAYy0AAAAAAAAmAAAACAAAAP//////////"/>
                </a:ext>
              </a:extLst>
            </p:cNvSpPr>
            <p:nvPr/>
          </p:nvSpPr>
          <p:spPr>
            <a:xfrm>
              <a:off x="9234170" y="6952615"/>
              <a:ext cx="8538845" cy="425450"/>
            </a:xfrm>
            <a:custGeom>
              <a:avLst/>
              <a:gdLst/>
              <a:ahLst/>
              <a:cxnLst/>
              <a:rect l="0" t="0" r="8538845" b="425450"/>
              <a:pathLst>
                <a:path w="8538845" h="425450">
                  <a:moveTo>
                    <a:pt x="0" y="0"/>
                  </a:moveTo>
                  <a:lnTo>
                    <a:pt x="8538845" y="0"/>
                  </a:lnTo>
                  <a:lnTo>
                    <a:pt x="8538845" y="425450"/>
                  </a:lnTo>
                  <a:lnTo>
                    <a:pt x="0" y="425450"/>
                  </a:lnTo>
                  <a:close/>
                </a:path>
              </a:pathLst>
            </a:custGeom>
            <a:solidFill>
              <a:srgbClr val="F9F7F7"/>
            </a:solidFill>
            <a:ln>
              <a:noFill/>
            </a:ln>
            <a:effectLst/>
          </p:spPr>
        </p:sp>
      </p:grpSp>
      <p:grpSp>
        <p:nvGrpSpPr>
          <p:cNvPr id="67" name="Group 67"/>
          <p:cNvGrpSpPr>
            <a:extLst>
              <a:ext uri="smNativeData">
                <pr:smNativeData xmlns:pr="smNativeData" xmlns="smNativeData" val="SMDATA_6_NH3EaBMAAAAlAAAAAQAAAA8BAAAAkAAAAEgAAACQAAAASAAAAAAAAAAAAAAAAAAAABcAAAAUAAAAAAAAAAAAAAD/fwAA/38AAAAAAAAJAAAABAAAAAAAAAAfAAAAVAAAAAAAAAAAAAAAAAAAAAAAAAAAAAAAAAAAAAAAAAAAAAAAAAAAAAAAAAAAAAAAAAAAAAAAAAAAAAAAAAAAAAAAAAAAAAAAAAAAAAAAAAAAAAAAAAAAACEAAAAYAAAAFAAAAGpSAABDKwAAuFMAAOUsAAAQAAAAJgAAAAgAAAD/////AAAAAA=="/>
              </a:ext>
            </a:extLst>
          </p:cNvGrpSpPr>
          <p:nvPr/>
        </p:nvGrpSpPr>
        <p:grpSpPr>
          <a:xfrm>
            <a:off x="13397230" y="7032625"/>
            <a:ext cx="212090" cy="265430"/>
            <a:chOff x="13397230" y="7032625"/>
            <a:chExt cx="212090" cy="265430"/>
          </a:xfrm>
        </p:grpSpPr>
        <p:sp>
          <p:nvSpPr>
            <p:cNvPr id="68" name="Freeform 68" descr="preencoded.png"/>
            <p:cNvSpPr>
              <a:extLst>
                <a:ext uri="smNativeData">
                  <pr:smNativeData xmlns:pr="smNativeData" xmlns="smNativeData" val="SMDATA_15_NH3EaBMAAAAlAAAACwAAAA0AAAAAAAAAAAAAAAC+AQAALgIAAAAAAAAAAAAAAAAAAAEAAABQAAAAAAAAAAAA4D8AAAAAAADgPwAAAAAAAOA/AAAAAAAA4D8AAAAAAADgPwAAAAAAAOA/AAAAAAAA4D8AAAAAAADgPwAAAAAAAOA/AAAAAAAA4D8CAAAAjAAAAAEAAAACAAAA////AP///wgAAAAAAAAAANyJS5OQutxJjuWT11ligYkB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qP////////+q////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alIAAEMrAAC4UwAA5SwAAAAAAAAmAAAACAAAAP//////////"/>
                </a:ext>
              </a:extLst>
            </p:cNvSpPr>
            <p:nvPr/>
          </p:nvSpPr>
          <p:spPr>
            <a:xfrm>
              <a:off x="13397230" y="7032625"/>
              <a:ext cx="212090" cy="265430"/>
            </a:xfrm>
            <a:custGeom>
              <a:avLst/>
              <a:gdLst/>
              <a:ahLst/>
              <a:cxnLst/>
              <a:rect l="0" t="0" r="212090" b="265430"/>
              <a:pathLst>
                <a:path w="212090" h="265430">
                  <a:moveTo>
                    <a:pt x="0" y="0"/>
                  </a:moveTo>
                  <a:lnTo>
                    <a:pt x="212090" y="0"/>
                  </a:lnTo>
                  <a:lnTo>
                    <a:pt x="212090" y="265430"/>
                  </a:lnTo>
                  <a:lnTo>
                    <a:pt x="0" y="2654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rcRect/>
              <a:stretch>
                <a:fillRect l="0" t="-880" r="-10" b="-860"/>
              </a:stretch>
            </a:blipFill>
            <a:ln>
              <a:noFill/>
            </a:ln>
            <a:effectLst/>
          </p:spPr>
        </p:sp>
      </p:grpSp>
      <p:sp>
        <p:nvSpPr>
          <p:cNvPr id="69" name="TextBox 69"/>
          <p:cNvSpPr>
            <a:extLst>
              <a:ext uri="smNativeData">
                <pr:smNativeData xmlns:pr="smNativeData" xmlns="smNativeData" val="SMDATA_15_NH3EaB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rTkAACQuAACTRAAAny8AABAgAAAmAAAACAAAAP//////////"/>
              </a:ext>
            </a:extLst>
          </p:cNvSpPr>
          <p:nvPr/>
        </p:nvSpPr>
        <p:spPr>
          <a:xfrm>
            <a:off x="9375775" y="7500620"/>
            <a:ext cx="1771650" cy="24066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 algn="l">
              <a:lnSpc>
                <a:spcPts val="1685"/>
              </a:lnSpc>
              <a:defRPr lang="en-us"/>
            </a:pPr>
            <a:r>
              <a:rPr lang="en-us" sz="1375" cap="none">
                <a:solidFill>
                  <a:srgbClr val="504C49"/>
                </a:solidFill>
                <a:latin typeface="Arimo" pitchFamily="0" charset="1"/>
                <a:ea typeface="Arimo" pitchFamily="0" charset="1"/>
                <a:cs typeface="Arimo" pitchFamily="0" charset="1"/>
              </a:rPr>
              <a:t>Конфиденциалност</a:t>
            </a:r>
            <a:endParaRPr lang="en-us" sz="1375" cap="none">
              <a:solidFill>
                <a:srgbClr val="504C49"/>
              </a:solidFill>
              <a:latin typeface="Arimo" pitchFamily="0" charset="1"/>
              <a:ea typeface="Arimo" pitchFamily="0" charset="1"/>
              <a:cs typeface="Arimo" pitchFamily="0" charset="1"/>
            </a:endParaRPr>
          </a:p>
        </p:txBody>
      </p:sp>
      <p:sp>
        <p:nvSpPr>
          <p:cNvPr id="70" name="TextBox 70"/>
          <p:cNvSpPr>
            <a:extLst>
              <a:ext uri="smNativeData">
                <pr:smNativeData xmlns:pr="smNativeData" xmlns="smNativeData" val="SMDATA_15_NH3EaB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rTkAAOkvAAB2bAAA7zIAABAgAAAmAAAACAAAAP//////////"/>
              </a:ext>
            </a:extLst>
          </p:cNvSpPr>
          <p:nvPr/>
        </p:nvSpPr>
        <p:spPr>
          <a:xfrm>
            <a:off x="9375775" y="7788275"/>
            <a:ext cx="8255635" cy="49149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 algn="l">
              <a:lnSpc>
                <a:spcPts val="1750"/>
              </a:lnSpc>
              <a:defRPr lang="en-us"/>
            </a:pPr>
            <a:r>
              <a:rPr lang="en-us" sz="1060" cap="none">
                <a:solidFill>
                  <a:srgbClr val="504C49"/>
                </a:solidFill>
                <a:latin typeface="Source Han Sans JP" pitchFamily="0" charset="1"/>
                <a:ea typeface="Source Han Sans JP" pitchFamily="0" charset="1"/>
                <a:cs typeface="Source Han Sans JP" pitchFamily="0" charset="1"/>
              </a:rPr>
              <a:t>Страните пазят търговска и техническа информация конфиденциална за период от 3 години след приключване на договора.</a:t>
            </a:r>
            <a:endParaRPr lang="en-us" sz="1060" cap="none">
              <a:solidFill>
                <a:srgbClr val="504C49"/>
              </a:solidFill>
              <a:latin typeface="Source Han Sans JP" pitchFamily="0" charset="1"/>
              <a:ea typeface="Source Han Sans JP" pitchFamily="0" charset="1"/>
              <a:cs typeface="Source Han Sans JP" pitchFamily="0" charset="1"/>
            </a:endParaRPr>
          </a:p>
        </p:txBody>
      </p:sp>
      <p:grpSp>
        <p:nvGrpSpPr>
          <p:cNvPr id="71" name="Group 71"/>
          <p:cNvGrpSpPr>
            <a:extLst>
              <a:ext uri="smNativeData">
                <pr:smNativeData xmlns:pr="smNativeData" xmlns="smNativeData" val="SMDATA_6_NH3EaBMAAAAlAAAAAQAAAA8BAAAAkAAAAEgAAACQAAAASAAAAAAAAAAAAAAAAAAAABcAAAAUAAAAAAAAAAAAAAD/fwAA/38AAAAAAAAJAAAABAAAALYCAAAfAAAAVAAAAAAAAAAAAAAAAAAAAAAAAAAAAAAAAAAAAAAAAAAAAAAAAAAAAAAAAAAAAAAAAAAAAAAAAAAAAAAAAAAAAAAAAAAAAAAAAAAAAAAAAAAAAAAAAAAAACEAAAAYAAAAFAAAAP4CAAC8NAAA3zcAAKU+AAAQAAAAJgAAAAgAAAD/////AAAAAA=="/>
              </a:ext>
            </a:extLst>
          </p:cNvGrpSpPr>
          <p:nvPr/>
        </p:nvGrpSpPr>
        <p:grpSpPr>
          <a:xfrm>
            <a:off x="486410" y="8572500"/>
            <a:ext cx="8595995" cy="1610995"/>
            <a:chOff x="486410" y="8572500"/>
            <a:chExt cx="8595995" cy="1610995"/>
          </a:xfrm>
        </p:grpSpPr>
        <p:sp>
          <p:nvSpPr>
            <p:cNvPr id="73" name="Freeform 72"/>
            <p:cNvSpPr>
              <a:extLst>
                <a:ext uri="smNativeData">
                  <pr:smNativeData xmlns:pr="smNativeData" xmlns="smNativeData" val="SMDATA_15_NH3EaBMAAAAlAAAACwAAAA0AAAAAFAAAABQAAABuRgAAIg0AAAAAAAAAAAAAAAAAAAEAAABQAAAAAAAAAAAA4D8AAAAAAADgPwAAAAAAAOA/AAAAAAAA4D8AAAAAAADgPwAAAAAAAOA/AAAAAAAA4D8AAAAAAADgPwAAAAAAAOA/AAAAAAAA4D8CAAAAjAAAAAE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DQMAAMs0AADQNwAAlj4AAAAAAAAmAAAACAAAAP//////////"/>
                </a:ext>
              </a:extLst>
            </p:cNvSpPr>
            <p:nvPr/>
          </p:nvSpPr>
          <p:spPr>
            <a:xfrm>
              <a:off x="495935" y="8582025"/>
              <a:ext cx="8576945" cy="1591945"/>
            </a:xfrm>
            <a:custGeom>
              <a:avLst/>
              <a:gdLst/>
              <a:ahLst/>
              <a:cxnLst/>
              <a:rect l="0" t="0" r="8576945" b="1591945"/>
              <a:pathLst>
                <a:path w="8576945" h="1591945">
                  <a:moveTo>
                    <a:pt x="0" y="21243"/>
                  </a:moveTo>
                  <a:cubicBezTo>
                    <a:pt x="0" y="9526"/>
                    <a:pt x="9620" y="0"/>
                    <a:pt x="21430" y="0"/>
                  </a:cubicBezTo>
                  <a:lnTo>
                    <a:pt x="8555514" y="0"/>
                  </a:lnTo>
                  <a:cubicBezTo>
                    <a:pt x="8567420" y="0"/>
                    <a:pt x="8576945" y="9526"/>
                    <a:pt x="8576945" y="21243"/>
                  </a:cubicBezTo>
                  <a:lnTo>
                    <a:pt x="8576945" y="1570701"/>
                  </a:lnTo>
                  <a:cubicBezTo>
                    <a:pt x="8576945" y="1582418"/>
                    <a:pt x="8567324" y="1591945"/>
                    <a:pt x="8555514" y="1591945"/>
                  </a:cubicBezTo>
                  <a:lnTo>
                    <a:pt x="21430" y="1591945"/>
                  </a:lnTo>
                  <a:cubicBezTo>
                    <a:pt x="9524" y="1591945"/>
                    <a:pt x="0" y="1582418"/>
                    <a:pt x="0" y="157070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</p:sp>
        <p:sp>
          <p:nvSpPr>
            <p:cNvPr id="72" name="Freeform 73"/>
            <p:cNvSpPr>
              <a:extLst>
                <a:ext uri="smNativeData">
                  <pr:smNativeData xmlns:pr="smNativeData" xmlns="smNativeData" val="SMDATA_15_NH3EaBMAAAAlAAAACwAAAA0AAAAAAAAAAAAAAACCRgAANg0AAAAAAAAAAAAAAAAAAAEAAABQAAAAAAAAAAAA4D8AAAAAAADgPwAAAAAAAOA/AAAAAAAA4D8AAAAAAADgPwAAAAAAAOA/AAAAAAAA4D8AAAAAAADgPwAAAAAAAOA/AAAAAAAA4D8CAAAAjAAAAAEAAAAAAAAA2NTU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2NTUAP///wEAAAAAAAAAAAAAAAAAAAAAAAAAAAAAAAAAAAAAAAAAAAAAAAB/f38A7uzhA8zMzADAwP8Af39/AAAAAAAAAAAAAAAAAAAAAAAAAAAAIQAAABgAAAAUAAAA/gIAALw0AADfNwAApT4AAAAAAAAmAAAACAAAAP//////////"/>
                </a:ext>
              </a:extLst>
            </p:cNvSpPr>
            <p:nvPr/>
          </p:nvSpPr>
          <p:spPr>
            <a:xfrm>
              <a:off x="486410" y="8572500"/>
              <a:ext cx="8595995" cy="1610995"/>
            </a:xfrm>
            <a:custGeom>
              <a:avLst/>
              <a:gdLst/>
              <a:ahLst/>
              <a:cxnLst/>
              <a:rect l="0" t="0" r="8595995" b="1610995"/>
              <a:pathLst>
                <a:path w="8595995" h="1610995">
                  <a:moveTo>
                    <a:pt x="0" y="30769"/>
                  </a:moveTo>
                  <a:cubicBezTo>
                    <a:pt x="0" y="13717"/>
                    <a:pt x="14001" y="0"/>
                    <a:pt x="30955" y="0"/>
                  </a:cubicBezTo>
                  <a:lnTo>
                    <a:pt x="8565039" y="0"/>
                  </a:lnTo>
                  <a:lnTo>
                    <a:pt x="8565039" y="9526"/>
                  </a:lnTo>
                  <a:lnTo>
                    <a:pt x="8565039" y="0"/>
                  </a:lnTo>
                  <a:cubicBezTo>
                    <a:pt x="8582087" y="0"/>
                    <a:pt x="8595995" y="13717"/>
                    <a:pt x="8595995" y="30769"/>
                  </a:cubicBezTo>
                  <a:lnTo>
                    <a:pt x="8586470" y="30769"/>
                  </a:lnTo>
                  <a:lnTo>
                    <a:pt x="8595995" y="30769"/>
                  </a:lnTo>
                  <a:lnTo>
                    <a:pt x="8595995" y="1580225"/>
                  </a:lnTo>
                  <a:lnTo>
                    <a:pt x="8586470" y="1580225"/>
                  </a:lnTo>
                  <a:lnTo>
                    <a:pt x="8595995" y="1580225"/>
                  </a:lnTo>
                  <a:cubicBezTo>
                    <a:pt x="8595995" y="1597277"/>
                    <a:pt x="8581993" y="1610995"/>
                    <a:pt x="8565039" y="1610995"/>
                  </a:cubicBezTo>
                  <a:lnTo>
                    <a:pt x="8565039" y="1601468"/>
                  </a:lnTo>
                  <a:lnTo>
                    <a:pt x="8565039" y="1610995"/>
                  </a:lnTo>
                  <a:lnTo>
                    <a:pt x="30955" y="1610995"/>
                  </a:lnTo>
                  <a:lnTo>
                    <a:pt x="30955" y="1601468"/>
                  </a:lnTo>
                  <a:lnTo>
                    <a:pt x="30955" y="1610995"/>
                  </a:lnTo>
                  <a:cubicBezTo>
                    <a:pt x="13906" y="1610995"/>
                    <a:pt x="0" y="1597277"/>
                    <a:pt x="0" y="1580225"/>
                  </a:cubicBezTo>
                  <a:lnTo>
                    <a:pt x="0" y="30769"/>
                  </a:lnTo>
                  <a:lnTo>
                    <a:pt x="9524" y="30769"/>
                  </a:lnTo>
                  <a:lnTo>
                    <a:pt x="0" y="30769"/>
                  </a:lnTo>
                  <a:moveTo>
                    <a:pt x="19049" y="30769"/>
                  </a:moveTo>
                  <a:lnTo>
                    <a:pt x="19049" y="1580225"/>
                  </a:lnTo>
                  <a:lnTo>
                    <a:pt x="9524" y="1580225"/>
                  </a:lnTo>
                  <a:lnTo>
                    <a:pt x="19049" y="1580225"/>
                  </a:lnTo>
                  <a:cubicBezTo>
                    <a:pt x="19049" y="1586607"/>
                    <a:pt x="24288" y="1591942"/>
                    <a:pt x="30955" y="1591942"/>
                  </a:cubicBezTo>
                  <a:lnTo>
                    <a:pt x="8565039" y="1591942"/>
                  </a:lnTo>
                  <a:cubicBezTo>
                    <a:pt x="8571706" y="1591942"/>
                    <a:pt x="8576945" y="1586607"/>
                    <a:pt x="8576945" y="1580225"/>
                  </a:cubicBezTo>
                  <a:lnTo>
                    <a:pt x="8576945" y="30769"/>
                  </a:lnTo>
                  <a:cubicBezTo>
                    <a:pt x="8576945" y="24387"/>
                    <a:pt x="8571706" y="19052"/>
                    <a:pt x="8565039" y="19052"/>
                  </a:cubicBezTo>
                  <a:lnTo>
                    <a:pt x="30955" y="19052"/>
                  </a:lnTo>
                  <a:lnTo>
                    <a:pt x="30955" y="9526"/>
                  </a:lnTo>
                  <a:lnTo>
                    <a:pt x="30955" y="19052"/>
                  </a:lnTo>
                  <a:cubicBezTo>
                    <a:pt x="24288" y="19052"/>
                    <a:pt x="19049" y="24387"/>
                    <a:pt x="19049" y="30769"/>
                  </a:cubicBezTo>
                  <a:close/>
                </a:path>
              </a:pathLst>
            </a:custGeom>
            <a:solidFill>
              <a:srgbClr val="D8D4D4"/>
            </a:solidFill>
            <a:ln>
              <a:noFill/>
            </a:ln>
            <a:effectLst/>
          </p:spPr>
        </p:sp>
      </p:grpSp>
      <p:grpSp>
        <p:nvGrpSpPr>
          <p:cNvPr id="74" name="Group 74"/>
          <p:cNvGrpSpPr>
            <a:extLst>
              <a:ext uri="smNativeData">
                <pr:smNativeData xmlns:pr="smNativeData" xmlns="smNativeData" val="SMDATA_6_NH3EaBMAAAAlAAAAAQAAAA8BAAAAkAAAAEgAAACQAAAASAAAAAAAAAAAAAAAAAAAABcAAAAUAAAAAAAAAAAAAAD/fwAA/38AAAAAAAAJAAAABAAAANIBAAAfAAAAVAAAAAAAAAAAAAAAAAAAAAAAAAAAAAAAAAAAAAAAAAAAAAAAAAAAAAAAAAAAAAAAAAAAAAAAAAAAAAAAAAAAAAAAAAAAAAAAAAAAAAAAAAAAAAAAAAAAACEAAAAYAAAAFAAAACsDAADpNAAAsjcAAIc3AAAQAAAAJgAAAAgAAAD/////AAAAAA=="/>
              </a:ext>
            </a:extLst>
          </p:cNvGrpSpPr>
          <p:nvPr/>
        </p:nvGrpSpPr>
        <p:grpSpPr>
          <a:xfrm>
            <a:off x="514985" y="8601075"/>
            <a:ext cx="8538845" cy="425450"/>
            <a:chOff x="514985" y="8601075"/>
            <a:chExt cx="8538845" cy="425450"/>
          </a:xfrm>
        </p:grpSpPr>
        <p:sp>
          <p:nvSpPr>
            <p:cNvPr id="75" name="Freeform 75"/>
            <p:cNvSpPr>
              <a:extLst>
                <a:ext uri="smNativeData">
                  <pr:smNativeData xmlns:pr="smNativeData" xmlns="smNativeData" val="SMDATA_15_NH3EaBMAAAAlAAAACwAAAA0AAAAAAAAAAAAAAAAKRgAAfQMAAAAAAAAAAAAAAAAAAAEAAABQAAAAAAAAAAAA4D8AAAAAAADgPwAAAAAAAOA/AAAAAAAA4D8AAAAAAADgPwAAAAAAAOA/AAAAAAAA4D8AAAAAAADgPwAAAAAAAOA/AAAAAAAA4D8CAAAAjAAAAAEAAAAAAAAA+ff3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+ff3AP///wEAAAAAAAAAAAAAAAAAAAAAAAAAAAAAAAAAAAAAAAAAAAAAAAB/f38A7uzhA8zMzADAwP8Af39/AAAAAAAAAAAAAAAAAAAAAAAAAAAAIQAAABgAAAAUAAAAKwMAAOk0AACyNwAAhzcAAAAAAAAmAAAACAAAAP//////////"/>
                </a:ext>
              </a:extLst>
            </p:cNvSpPr>
            <p:nvPr/>
          </p:nvSpPr>
          <p:spPr>
            <a:xfrm>
              <a:off x="514985" y="8601075"/>
              <a:ext cx="8538845" cy="425450"/>
            </a:xfrm>
            <a:custGeom>
              <a:avLst/>
              <a:gdLst/>
              <a:ahLst/>
              <a:cxnLst/>
              <a:rect l="0" t="0" r="8538845" b="425450"/>
              <a:pathLst>
                <a:path w="8538845" h="425450">
                  <a:moveTo>
                    <a:pt x="0" y="0"/>
                  </a:moveTo>
                  <a:lnTo>
                    <a:pt x="8538845" y="0"/>
                  </a:lnTo>
                  <a:lnTo>
                    <a:pt x="8538845" y="425450"/>
                  </a:lnTo>
                  <a:lnTo>
                    <a:pt x="0" y="425450"/>
                  </a:lnTo>
                  <a:close/>
                </a:path>
              </a:pathLst>
            </a:custGeom>
            <a:solidFill>
              <a:srgbClr val="F9F7F7"/>
            </a:solidFill>
            <a:ln>
              <a:noFill/>
            </a:ln>
            <a:effectLst/>
          </p:spPr>
        </p:sp>
      </p:grpSp>
      <p:grpSp>
        <p:nvGrpSpPr>
          <p:cNvPr id="76" name="Group 76"/>
          <p:cNvGrpSpPr>
            <a:extLst>
              <a:ext uri="smNativeData">
                <pr:smNativeData xmlns:pr="smNativeData" xmlns="smNativeData" val="SMDATA_6_NH3EaBMAAAAlAAAAAQAAAA8BAAAAkAAAAEgAAACQAAAASAAAAAAAAAAAAAAAAAAAABcAAAAUAAAAAAAAAAAAAAD/fwAA/38AAAAAAAAJAAAABAAAAP////8fAAAAVAAAAAAAAAAAAAAAAAAAAAAAAAAAAAAAAAAAAAAAAAAAAAAAAAAAAAAAAAAAAAAAAAAAAAAAAAAAAAAAAAAAAAAAAAAAAAAAAAAAAAAAAAAAAAAAAAAAACEAAAAYAAAAFAAAAMccAABnNQAAFh4AAAk3AAAQAAAAJgAAAAgAAAD/////AAAAAA=="/>
              </a:ext>
            </a:extLst>
          </p:cNvGrpSpPr>
          <p:nvPr/>
        </p:nvGrpSpPr>
        <p:grpSpPr>
          <a:xfrm>
            <a:off x="4678045" y="8681085"/>
            <a:ext cx="212725" cy="265430"/>
            <a:chOff x="4678045" y="8681085"/>
            <a:chExt cx="212725" cy="265430"/>
          </a:xfrm>
        </p:grpSpPr>
        <p:sp>
          <p:nvSpPr>
            <p:cNvPr id="77" name="Freeform 77" descr="preencoded.png"/>
            <p:cNvSpPr>
              <a:extLst>
                <a:ext uri="smNativeData">
                  <pr:smNativeData xmlns:pr="smNativeData" xmlns="smNativeData" val="SMDATA_15_NH3EaBMAAAAlAAAACwAAAA0AAAAAAAAAAAAAAAC+AQAALgIAAAAAAAAAAAAAAAAAAAEAAABQAAAAAAAAAAAA4D8AAAAAAADgPwAAAAAAAOA/AAAAAAAA4D8AAAAAAADgPwAAAAAAAOA/AAAAAAAA4D8AAAAAAADgPwAAAAAAAOA/AAAAAAAA4D8CAAAAjAAAAAEAAAACAAAA////AP///wgAAAAAAAAAAOc7q2w/HFtEmZoo38rISJ0B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qP////////+q////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xxwAAGc1AAAWHgAACTcAAAAAAAAmAAAACAAAAP//////////"/>
                </a:ext>
              </a:extLst>
            </p:cNvSpPr>
            <p:nvPr/>
          </p:nvSpPr>
          <p:spPr>
            <a:xfrm>
              <a:off x="4678045" y="8681085"/>
              <a:ext cx="212725" cy="265430"/>
            </a:xfrm>
            <a:custGeom>
              <a:avLst/>
              <a:gdLst/>
              <a:ahLst/>
              <a:cxnLst/>
              <a:rect l="0" t="0" r="212725" b="265430"/>
              <a:pathLst>
                <a:path w="212725" h="265430">
                  <a:moveTo>
                    <a:pt x="0" y="0"/>
                  </a:moveTo>
                  <a:lnTo>
                    <a:pt x="212725" y="0"/>
                  </a:lnTo>
                  <a:lnTo>
                    <a:pt x="212725" y="265430"/>
                  </a:lnTo>
                  <a:lnTo>
                    <a:pt x="0" y="2654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rcRect/>
              <a:stretch>
                <a:fillRect l="0" t="-880" r="-10" b="-860"/>
              </a:stretch>
            </a:blipFill>
            <a:ln>
              <a:noFill/>
            </a:ln>
            <a:effectLst/>
          </p:spPr>
        </p:sp>
      </p:grpSp>
      <p:sp>
        <p:nvSpPr>
          <p:cNvPr id="78" name="TextBox 78"/>
          <p:cNvSpPr>
            <a:extLst>
              <a:ext uri="smNativeData">
                <pr:smNativeData xmlns:pr="smNativeData" xmlns="smNativeData" val="SMDATA_15_NH3EaB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CgQAAEg4AABiEAAAwzkAABAgAAAmAAAACAAAAP//////////"/>
              </a:ext>
            </a:extLst>
          </p:cNvSpPr>
          <p:nvPr/>
        </p:nvSpPr>
        <p:spPr>
          <a:xfrm>
            <a:off x="656590" y="9149080"/>
            <a:ext cx="2006600" cy="24066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 algn="l">
              <a:lnSpc>
                <a:spcPts val="1685"/>
              </a:lnSpc>
              <a:defRPr lang="en-us"/>
            </a:pPr>
            <a:r>
              <a:rPr lang="en-us" sz="1375" cap="none">
                <a:solidFill>
                  <a:srgbClr val="504C49"/>
                </a:solidFill>
                <a:latin typeface="Arimo" pitchFamily="0" charset="1"/>
                <a:ea typeface="Arimo" pitchFamily="0" charset="1"/>
                <a:cs typeface="Arimo" pitchFamily="0" charset="1"/>
              </a:rPr>
              <a:t>Гаранция и поддръжка</a:t>
            </a:r>
            <a:endParaRPr lang="en-us" sz="1375" cap="none">
              <a:solidFill>
                <a:srgbClr val="504C49"/>
              </a:solidFill>
              <a:latin typeface="Arimo" pitchFamily="0" charset="1"/>
              <a:ea typeface="Arimo" pitchFamily="0" charset="1"/>
              <a:cs typeface="Arimo" pitchFamily="0" charset="1"/>
            </a:endParaRPr>
          </a:p>
        </p:txBody>
      </p:sp>
      <p:sp>
        <p:nvSpPr>
          <p:cNvPr id="79" name="TextBox 79"/>
          <p:cNvSpPr>
            <a:extLst>
              <a:ext uri="smNativeData">
                <pr:smNativeData xmlns:pr="smNativeData" xmlns="smNativeData" val="SMDATA_15_NH3EaB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CgQAAA06AADTNgAArjsAABAgAAAmAAAACAAAAP//////////"/>
              </a:ext>
            </a:extLst>
          </p:cNvSpPr>
          <p:nvPr/>
        </p:nvSpPr>
        <p:spPr>
          <a:xfrm>
            <a:off x="656590" y="9436735"/>
            <a:ext cx="8255635" cy="26479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 algn="l">
              <a:lnSpc>
                <a:spcPts val="1750"/>
              </a:lnSpc>
              <a:defRPr lang="en-us"/>
            </a:pPr>
            <a:r>
              <a:rPr lang="en-us" sz="1060" cap="none">
                <a:solidFill>
                  <a:srgbClr val="504C49"/>
                </a:solidFill>
                <a:latin typeface="Source Han Sans JP" pitchFamily="0" charset="1"/>
                <a:ea typeface="Source Han Sans JP" pitchFamily="0" charset="1"/>
                <a:cs typeface="Source Han Sans JP" pitchFamily="0" charset="1"/>
              </a:rPr>
              <a:t>Гаранция: 3 месеца за корекция на дефекти.</a:t>
            </a:r>
            <a:endParaRPr lang="en-us" sz="1060" cap="none">
              <a:solidFill>
                <a:srgbClr val="504C49"/>
              </a:solidFill>
              <a:latin typeface="Source Han Sans JP" pitchFamily="0" charset="1"/>
              <a:ea typeface="Source Han Sans JP" pitchFamily="0" charset="1"/>
              <a:cs typeface="Source Han Sans JP" pitchFamily="0" charset="1"/>
            </a:endParaRPr>
          </a:p>
        </p:txBody>
      </p:sp>
      <p:grpSp>
        <p:nvGrpSpPr>
          <p:cNvPr id="80" name="Group 80"/>
          <p:cNvGrpSpPr>
            <a:extLst>
              <a:ext uri="smNativeData">
                <pr:smNativeData xmlns:pr="smNativeData" xmlns="smNativeData" val="SMDATA_6_NH3EaBMAAAAlAAAAAQAAAA8BAAAAkAAAAEgAAACQAAAASAAAAAAAAAAAAAAAAAAAABcAAAAUAAAAAAAAAAAAAAD/fwAA/38AAAAAAAAJAAAABAAAAMQBAAAfAAAAVAAAAAAAAAAAAAAAAAAAAAAAAAAAAAAAAAAAAAAAAAAAAAAAAAAAAAAAAAAAAAAAAAAAAAAAAAAAAAAAAAAAAAAAAAAAAAAAAAAAAAAAAAAAAAAAAAAAACEAAAAYAAAAFAAAAKE4AAC8NAAAgm0AAKU+AAAQAAAAJgAAAAgAAAD/////AAAAAA=="/>
              </a:ext>
            </a:extLst>
          </p:cNvGrpSpPr>
          <p:nvPr/>
        </p:nvGrpSpPr>
        <p:grpSpPr>
          <a:xfrm>
            <a:off x="9205595" y="8572500"/>
            <a:ext cx="8595995" cy="1610995"/>
            <a:chOff x="9205595" y="8572500"/>
            <a:chExt cx="8595995" cy="1610995"/>
          </a:xfrm>
        </p:grpSpPr>
        <p:sp>
          <p:nvSpPr>
            <p:cNvPr id="82" name="Freeform 81"/>
            <p:cNvSpPr>
              <a:extLst>
                <a:ext uri="smNativeData">
                  <pr:smNativeData xmlns:pr="smNativeData" xmlns="smNativeData" val="SMDATA_15_NH3EaBMAAAAlAAAACwAAAA0AAAAAFAAAABQAAABuRgAAIg0AAAAAAAAAAAAAAAAAAAEAAABQAAAAAAAAAAAA4D8AAAAAAADgPwAAAAAAAOA/AAAAAAAA4D8AAAAAAADgPwAAAAAAAOA/AAAAAAAA4D8AAAAAAADgPwAAAAAAAOA/AAAAAAAA4D8CAAAAjAAAAAE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sDgAAMs0AABzbQAAlj4AAAAAAAAmAAAACAAAAP//////////"/>
                </a:ext>
              </a:extLst>
            </p:cNvSpPr>
            <p:nvPr/>
          </p:nvSpPr>
          <p:spPr>
            <a:xfrm>
              <a:off x="9215120" y="8582025"/>
              <a:ext cx="8576945" cy="1591945"/>
            </a:xfrm>
            <a:custGeom>
              <a:avLst/>
              <a:gdLst/>
              <a:ahLst/>
              <a:cxnLst/>
              <a:rect l="0" t="0" r="8576945" b="1591945"/>
              <a:pathLst>
                <a:path w="8576945" h="1591945">
                  <a:moveTo>
                    <a:pt x="0" y="21243"/>
                  </a:moveTo>
                  <a:cubicBezTo>
                    <a:pt x="0" y="9526"/>
                    <a:pt x="9620" y="0"/>
                    <a:pt x="21430" y="0"/>
                  </a:cubicBezTo>
                  <a:lnTo>
                    <a:pt x="8555514" y="0"/>
                  </a:lnTo>
                  <a:cubicBezTo>
                    <a:pt x="8567420" y="0"/>
                    <a:pt x="8576945" y="9526"/>
                    <a:pt x="8576945" y="21243"/>
                  </a:cubicBezTo>
                  <a:lnTo>
                    <a:pt x="8576945" y="1570701"/>
                  </a:lnTo>
                  <a:cubicBezTo>
                    <a:pt x="8576945" y="1582418"/>
                    <a:pt x="8567324" y="1591945"/>
                    <a:pt x="8555514" y="1591945"/>
                  </a:cubicBezTo>
                  <a:lnTo>
                    <a:pt x="21430" y="1591945"/>
                  </a:lnTo>
                  <a:cubicBezTo>
                    <a:pt x="9524" y="1591945"/>
                    <a:pt x="0" y="1582418"/>
                    <a:pt x="0" y="157070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</p:sp>
        <p:sp>
          <p:nvSpPr>
            <p:cNvPr id="81" name="Freeform 82"/>
            <p:cNvSpPr>
              <a:extLst>
                <a:ext uri="smNativeData">
                  <pr:smNativeData xmlns:pr="smNativeData" xmlns="smNativeData" val="SMDATA_15_NH3EaBMAAAAlAAAACwAAAA0AAAAAAAAAAAAAAACCRgAANg0AAAAAAAAAAAAAAAAAAAEAAABQAAAAAAAAAAAA4D8AAAAAAADgPwAAAAAAAOA/AAAAAAAA4D8AAAAAAADgPwAAAAAAAOA/AAAAAAAA4D8AAAAAAADgPwAAAAAAAOA/AAAAAAAA4D8CAAAAjAAAAAEAAAAAAAAA2NTU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2NTUAP///wEAAAAAAAAAAAAAAAAAAAAAAAAAAAAAAAAAAAAAAAAAAAAAAAB/f38A7uzhA8zMzADAwP8Af39/AAAAAAAAAAAAAAAAAAAAAAAAAAAAIQAAABgAAAAUAAAAoTgAALw0AACCbQAApT4AAAAAAAAmAAAACAAAAP//////////"/>
                </a:ext>
              </a:extLst>
            </p:cNvSpPr>
            <p:nvPr/>
          </p:nvSpPr>
          <p:spPr>
            <a:xfrm>
              <a:off x="9205595" y="8572500"/>
              <a:ext cx="8595995" cy="1610995"/>
            </a:xfrm>
            <a:custGeom>
              <a:avLst/>
              <a:gdLst/>
              <a:ahLst/>
              <a:cxnLst/>
              <a:rect l="0" t="0" r="8595995" b="1610995"/>
              <a:pathLst>
                <a:path w="8595995" h="1610995">
                  <a:moveTo>
                    <a:pt x="0" y="30769"/>
                  </a:moveTo>
                  <a:cubicBezTo>
                    <a:pt x="0" y="13717"/>
                    <a:pt x="14001" y="0"/>
                    <a:pt x="30955" y="0"/>
                  </a:cubicBezTo>
                  <a:lnTo>
                    <a:pt x="8565039" y="0"/>
                  </a:lnTo>
                  <a:lnTo>
                    <a:pt x="8565039" y="9526"/>
                  </a:lnTo>
                  <a:lnTo>
                    <a:pt x="8565039" y="0"/>
                  </a:lnTo>
                  <a:cubicBezTo>
                    <a:pt x="8582087" y="0"/>
                    <a:pt x="8595995" y="13717"/>
                    <a:pt x="8595995" y="30769"/>
                  </a:cubicBezTo>
                  <a:lnTo>
                    <a:pt x="8586470" y="30769"/>
                  </a:lnTo>
                  <a:lnTo>
                    <a:pt x="8595995" y="30769"/>
                  </a:lnTo>
                  <a:lnTo>
                    <a:pt x="8595995" y="1580225"/>
                  </a:lnTo>
                  <a:lnTo>
                    <a:pt x="8586470" y="1580225"/>
                  </a:lnTo>
                  <a:lnTo>
                    <a:pt x="8595995" y="1580225"/>
                  </a:lnTo>
                  <a:cubicBezTo>
                    <a:pt x="8595995" y="1597277"/>
                    <a:pt x="8581993" y="1610995"/>
                    <a:pt x="8565039" y="1610995"/>
                  </a:cubicBezTo>
                  <a:lnTo>
                    <a:pt x="8565039" y="1601468"/>
                  </a:lnTo>
                  <a:lnTo>
                    <a:pt x="8565039" y="1610995"/>
                  </a:lnTo>
                  <a:lnTo>
                    <a:pt x="30955" y="1610995"/>
                  </a:lnTo>
                  <a:lnTo>
                    <a:pt x="30955" y="1601468"/>
                  </a:lnTo>
                  <a:lnTo>
                    <a:pt x="30955" y="1610995"/>
                  </a:lnTo>
                  <a:cubicBezTo>
                    <a:pt x="13906" y="1610995"/>
                    <a:pt x="0" y="1597277"/>
                    <a:pt x="0" y="1580225"/>
                  </a:cubicBezTo>
                  <a:lnTo>
                    <a:pt x="0" y="30769"/>
                  </a:lnTo>
                  <a:lnTo>
                    <a:pt x="9524" y="30769"/>
                  </a:lnTo>
                  <a:lnTo>
                    <a:pt x="0" y="30769"/>
                  </a:lnTo>
                  <a:moveTo>
                    <a:pt x="19049" y="30769"/>
                  </a:moveTo>
                  <a:lnTo>
                    <a:pt x="19049" y="1580225"/>
                  </a:lnTo>
                  <a:lnTo>
                    <a:pt x="9524" y="1580225"/>
                  </a:lnTo>
                  <a:lnTo>
                    <a:pt x="19049" y="1580225"/>
                  </a:lnTo>
                  <a:cubicBezTo>
                    <a:pt x="19049" y="1586607"/>
                    <a:pt x="24288" y="1591942"/>
                    <a:pt x="30955" y="1591942"/>
                  </a:cubicBezTo>
                  <a:lnTo>
                    <a:pt x="8565039" y="1591942"/>
                  </a:lnTo>
                  <a:cubicBezTo>
                    <a:pt x="8571706" y="1591942"/>
                    <a:pt x="8576945" y="1586607"/>
                    <a:pt x="8576945" y="1580225"/>
                  </a:cubicBezTo>
                  <a:lnTo>
                    <a:pt x="8576945" y="30769"/>
                  </a:lnTo>
                  <a:cubicBezTo>
                    <a:pt x="8576945" y="24387"/>
                    <a:pt x="8571706" y="19052"/>
                    <a:pt x="8565039" y="19052"/>
                  </a:cubicBezTo>
                  <a:lnTo>
                    <a:pt x="30955" y="19052"/>
                  </a:lnTo>
                  <a:lnTo>
                    <a:pt x="30955" y="9526"/>
                  </a:lnTo>
                  <a:lnTo>
                    <a:pt x="30955" y="19052"/>
                  </a:lnTo>
                  <a:cubicBezTo>
                    <a:pt x="24288" y="19052"/>
                    <a:pt x="19049" y="24387"/>
                    <a:pt x="19049" y="30769"/>
                  </a:cubicBezTo>
                  <a:close/>
                </a:path>
              </a:pathLst>
            </a:custGeom>
            <a:solidFill>
              <a:srgbClr val="D8D4D4"/>
            </a:solidFill>
            <a:ln>
              <a:noFill/>
            </a:ln>
            <a:effectLst/>
          </p:spPr>
        </p:sp>
      </p:grpSp>
      <p:grpSp>
        <p:nvGrpSpPr>
          <p:cNvPr id="83" name="Group 83"/>
          <p:cNvGrpSpPr>
            <a:extLst>
              <a:ext uri="smNativeData">
                <pr:smNativeData xmlns:pr="smNativeData" xmlns="smNativeData" val="SMDATA_6_NH3EaBMAAAAlAAAAAQAAAA8BAAAAkAAAAEgAAACQAAAASAAAAAAAAAAAAAAAAAAAABcAAAAUAAAAAAAAAAAAAAD/fwAA/38AAAAAAAAJAAAABAAAAPL///8fAAAAVAAAAAAAAAAAAAAAAAAAAAAAAAAAAAAAAAAAAAAAAAAAAAAAAAAAAAAAAAAAAAAAAAAAAAAAAAAAAAAAAAAAAAAAAAAAAAAAAAAAAAAAAAAAAAAAAAAAACEAAAAYAAAAFAAAAM44AADpNAAAVW0AAIc3AAAQAAAAJgAAAAgAAAD/////AAAAAA=="/>
              </a:ext>
            </a:extLst>
          </p:cNvGrpSpPr>
          <p:nvPr/>
        </p:nvGrpSpPr>
        <p:grpSpPr>
          <a:xfrm>
            <a:off x="9234170" y="8601075"/>
            <a:ext cx="8538845" cy="425450"/>
            <a:chOff x="9234170" y="8601075"/>
            <a:chExt cx="8538845" cy="425450"/>
          </a:xfrm>
        </p:grpSpPr>
        <p:sp>
          <p:nvSpPr>
            <p:cNvPr id="84" name="Freeform 84"/>
            <p:cNvSpPr>
              <a:extLst>
                <a:ext uri="smNativeData">
                  <pr:smNativeData xmlns:pr="smNativeData" xmlns="smNativeData" val="SMDATA_15_NH3EaBMAAAAlAAAACwAAAA0AAAAAAAAAAAAAAAAKRgAAfQMAAAAAAAAAAAAAAAAAAAEAAABQAAAAAAAAAAAA4D8AAAAAAADgPwAAAAAAAOA/AAAAAAAA4D8AAAAAAADgPwAAAAAAAOA/AAAAAAAA4D8AAAAAAADgPwAAAAAAAOA/AAAAAAAA4D8CAAAAjAAAAAEAAAAAAAAA+ff3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+ff3AP///wEAAAAAAAAAAAAAAAAAAAAAAAAAAAAAAAAAAAAAAAAAAAAAAAB/f38A7uzhA8zMzADAwP8Af39/AAAAAAAAAAAAAAAAAAAAAAAAAAAAIQAAABgAAAAUAAAAzjgAAOk0AABVbQAAhzcAAAAAAAAmAAAACAAAAP//////////"/>
                </a:ext>
              </a:extLst>
            </p:cNvSpPr>
            <p:nvPr/>
          </p:nvSpPr>
          <p:spPr>
            <a:xfrm>
              <a:off x="9234170" y="8601075"/>
              <a:ext cx="8538845" cy="425450"/>
            </a:xfrm>
            <a:custGeom>
              <a:avLst/>
              <a:gdLst/>
              <a:ahLst/>
              <a:cxnLst/>
              <a:rect l="0" t="0" r="8538845" b="425450"/>
              <a:pathLst>
                <a:path w="8538845" h="425450">
                  <a:moveTo>
                    <a:pt x="0" y="0"/>
                  </a:moveTo>
                  <a:lnTo>
                    <a:pt x="8538845" y="0"/>
                  </a:lnTo>
                  <a:lnTo>
                    <a:pt x="8538845" y="425450"/>
                  </a:lnTo>
                  <a:lnTo>
                    <a:pt x="0" y="425450"/>
                  </a:lnTo>
                  <a:close/>
                </a:path>
              </a:pathLst>
            </a:custGeom>
            <a:solidFill>
              <a:srgbClr val="F9F7F7"/>
            </a:solidFill>
            <a:ln>
              <a:noFill/>
            </a:ln>
            <a:effectLst/>
          </p:spPr>
        </p:sp>
      </p:grpSp>
      <p:grpSp>
        <p:nvGrpSpPr>
          <p:cNvPr id="85" name="Group 85"/>
          <p:cNvGrpSpPr>
            <a:extLst>
              <a:ext uri="smNativeData">
                <pr:smNativeData xmlns:pr="smNativeData" xmlns="smNativeData" val="SMDATA_6_NH3EaBMAAAAlAAAAAQAAAA8BAAAAkAAAAEgAAACQAAAASAAAAAAAAAAAAAAAAAAAABcAAAAUAAAAAAAAAAAAAAD/fwAA/38AAAAAAAAJAAAABAAAALb///8fAAAAVAAAAAAAAAAAAAAAAAAAAAAAAAAAAAAAAAAAAAAAAAAAAAAAAAAAAAAAAAAAAAAAAAAAAAAAAAAAAAAAAAAAAAAAAAAAAAAAAAAAAAAAAAAAAAAAAAAAACEAAAAYAAAAFAAAAGpSAABnNQAAuFMAAAk3AAAQAAAAJgAAAAgAAAD/////AAAAAA=="/>
              </a:ext>
            </a:extLst>
          </p:cNvGrpSpPr>
          <p:nvPr/>
        </p:nvGrpSpPr>
        <p:grpSpPr>
          <a:xfrm>
            <a:off x="13397230" y="8681085"/>
            <a:ext cx="212090" cy="265430"/>
            <a:chOff x="13397230" y="8681085"/>
            <a:chExt cx="212090" cy="265430"/>
          </a:xfrm>
        </p:grpSpPr>
        <p:sp>
          <p:nvSpPr>
            <p:cNvPr id="86" name="Freeform 86" descr="preencoded.png"/>
            <p:cNvSpPr>
              <a:extLst>
                <a:ext uri="smNativeData">
                  <pr:smNativeData xmlns:pr="smNativeData" xmlns="smNativeData" val="SMDATA_15_NH3EaBMAAAAlAAAACwAAAA0AAAAAAAAAAAAAAAC+AQAALgIAAAAAAAAAAAAAAAAAAAEAAABQAAAAAAAAAAAA4D8AAAAAAADgPwAAAAAAAOA/AAAAAAAA4D8AAAAAAADgPwAAAAAAAOA/AAAAAAAA4D8AAAAAAADgPwAAAAAAAOA/AAAAAAAA4D8CAAAAjAAAAAEAAAACAAAA////AP///wgAAAAAAAAAAD6YS5j1H25LjemSjVXdv7MB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qP////////+q////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alIAAGc1AAC4UwAACTcAAAAAAAAmAAAACAAAAP//////////"/>
                </a:ext>
              </a:extLst>
            </p:cNvSpPr>
            <p:nvPr/>
          </p:nvSpPr>
          <p:spPr>
            <a:xfrm>
              <a:off x="13397230" y="8681085"/>
              <a:ext cx="212090" cy="265430"/>
            </a:xfrm>
            <a:custGeom>
              <a:avLst/>
              <a:gdLst/>
              <a:ahLst/>
              <a:cxnLst/>
              <a:rect l="0" t="0" r="212090" b="265430"/>
              <a:pathLst>
                <a:path w="212090" h="265430">
                  <a:moveTo>
                    <a:pt x="0" y="0"/>
                  </a:moveTo>
                  <a:lnTo>
                    <a:pt x="212090" y="0"/>
                  </a:lnTo>
                  <a:lnTo>
                    <a:pt x="212090" y="265430"/>
                  </a:lnTo>
                  <a:lnTo>
                    <a:pt x="0" y="2654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rcRect/>
              <a:stretch>
                <a:fillRect l="0" t="-880" r="-10" b="-860"/>
              </a:stretch>
            </a:blipFill>
            <a:ln>
              <a:noFill/>
            </a:ln>
            <a:effectLst/>
          </p:spPr>
        </p:sp>
      </p:grpSp>
      <p:sp>
        <p:nvSpPr>
          <p:cNvPr id="87" name="TextBox 87"/>
          <p:cNvSpPr>
            <a:extLst>
              <a:ext uri="smNativeData">
                <pr:smNativeData xmlns:pr="smNativeData" xmlns="smNativeData" val="SMDATA_15_NH3EaB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rTkAAEg4AAAeSQAAwzkAABAgAAAmAAAACAAAAP//////////"/>
              </a:ext>
            </a:extLst>
          </p:cNvSpPr>
          <p:nvPr/>
        </p:nvSpPr>
        <p:spPr>
          <a:xfrm>
            <a:off x="9375775" y="9149080"/>
            <a:ext cx="2510155" cy="24066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 algn="l">
              <a:lnSpc>
                <a:spcPts val="1685"/>
              </a:lnSpc>
              <a:defRPr lang="en-us"/>
            </a:pPr>
            <a:r>
              <a:rPr lang="en-us" sz="1375" cap="none">
                <a:solidFill>
                  <a:srgbClr val="504C49"/>
                </a:solidFill>
                <a:latin typeface="Arimo" pitchFamily="0" charset="1"/>
                <a:ea typeface="Arimo" pitchFamily="0" charset="1"/>
                <a:cs typeface="Arimo" pitchFamily="0" charset="1"/>
              </a:rPr>
              <a:t>Прекратяване и отговорност</a:t>
            </a:r>
            <a:endParaRPr lang="en-us" sz="1375" cap="none">
              <a:solidFill>
                <a:srgbClr val="504C49"/>
              </a:solidFill>
              <a:latin typeface="Arimo" pitchFamily="0" charset="1"/>
              <a:ea typeface="Arimo" pitchFamily="0" charset="1"/>
              <a:cs typeface="Arimo" pitchFamily="0" charset="1"/>
            </a:endParaRPr>
          </a:p>
        </p:txBody>
      </p:sp>
      <p:sp>
        <p:nvSpPr>
          <p:cNvPr id="88" name="TextBox 88"/>
          <p:cNvSpPr>
            <a:extLst>
              <a:ext uri="smNativeData">
                <pr:smNativeData xmlns:pr="smNativeData" xmlns="smNativeData" val="SMDATA_15_NH3EaB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rTkAAA06AAB2bAAArjsAABAgAAAmAAAACAAAAP//////////"/>
              </a:ext>
            </a:extLst>
          </p:cNvSpPr>
          <p:nvPr/>
        </p:nvSpPr>
        <p:spPr>
          <a:xfrm>
            <a:off x="9375775" y="9436735"/>
            <a:ext cx="8255635" cy="26479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 algn="l">
              <a:lnSpc>
                <a:spcPts val="1750"/>
              </a:lnSpc>
              <a:defRPr lang="en-us"/>
            </a:pPr>
            <a:r>
              <a:rPr lang="en-us" sz="1060" cap="none">
                <a:solidFill>
                  <a:srgbClr val="504C49"/>
                </a:solidFill>
                <a:latin typeface="Source Han Sans JP" pitchFamily="0" charset="1"/>
                <a:ea typeface="Source Han Sans JP" pitchFamily="0" charset="1"/>
                <a:cs typeface="Source Han Sans JP" pitchFamily="0" charset="1"/>
              </a:rPr>
              <a:t>Договорът може да бъде прекратен при съществено неизпълнение с 30-дневно писмено предизвестие.</a:t>
            </a:r>
            <a:endParaRPr lang="en-us" sz="1060" cap="none">
              <a:solidFill>
                <a:srgbClr val="504C49"/>
              </a:solidFill>
              <a:latin typeface="Source Han Sans JP" pitchFamily="0" charset="1"/>
              <a:ea typeface="Source Han Sans JP" pitchFamily="0" charset="1"/>
              <a:cs typeface="Source Han Sans JP" pitchFamily="0" charset="1"/>
            </a:endParaRPr>
          </a:p>
        </p:txBody>
      </p:sp>
      <p:sp>
        <p:nvSpPr>
          <p:cNvPr id="89" name="TextBox 89"/>
          <p:cNvSpPr>
            <a:extLst>
              <a:ext uri="smNativeData">
                <pr:smNativeData xmlns:pr="smNativeData" xmlns="smNativeData" val="SMDATA_15_NH3EaB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rTkAAPg7AAB2bAAAmT0AABAgAAAmAAAACAAAAP//////////"/>
              </a:ext>
            </a:extLst>
          </p:cNvSpPr>
          <p:nvPr/>
        </p:nvSpPr>
        <p:spPr>
          <a:xfrm>
            <a:off x="9375775" y="9748520"/>
            <a:ext cx="8255635" cy="26479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 algn="l">
              <a:lnSpc>
                <a:spcPts val="1750"/>
              </a:lnSpc>
              <a:defRPr lang="en-us"/>
            </a:pPr>
            <a:r>
              <a:rPr lang="en-us" sz="1060" cap="none">
                <a:solidFill>
                  <a:srgbClr val="504C49"/>
                </a:solidFill>
                <a:latin typeface="Source Han Sans JP" pitchFamily="0" charset="1"/>
                <a:ea typeface="Source Han Sans JP" pitchFamily="0" charset="1"/>
                <a:cs typeface="Source Han Sans JP" pitchFamily="0" charset="1"/>
              </a:rPr>
              <a:t>Максимална отговорност на Изпълнителя – платената сума по договора.</a:t>
            </a:r>
            <a:endParaRPr lang="en-us" sz="1060" cap="none">
              <a:solidFill>
                <a:srgbClr val="504C49"/>
              </a:solidFill>
              <a:latin typeface="Source Han Sans JP" pitchFamily="0" charset="1"/>
              <a:ea typeface="Source Han Sans JP" pitchFamily="0" charset="1"/>
              <a:cs typeface="Source Han Sans JP" pitchFamily="0" charset="1"/>
            </a:endParaRPr>
          </a:p>
        </p:txBody>
      </p:sp>
      <p:sp>
        <p:nvSpPr>
          <p:cNvPr id="90" name="TextBox 90"/>
          <p:cNvSpPr>
            <a:extLst>
              <a:ext uri="smNativeData">
                <pr:smNativeData xmlns:pr="smNativeData" xmlns="smNativeData" val="SMDATA_15_NH3EaB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DQMAAFU/AABzbQAA9kAAABAgAAAmAAAACAAAAP//////////"/>
              </a:ext>
            </a:extLst>
          </p:cNvSpPr>
          <p:nvPr/>
        </p:nvSpPr>
        <p:spPr>
          <a:xfrm>
            <a:off x="495935" y="10295255"/>
            <a:ext cx="17296130" cy="26479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 algn="ctr">
              <a:lnSpc>
                <a:spcPts val="1750"/>
              </a:lnSpc>
              <a:defRPr lang="en-us"/>
            </a:pPr>
            <a:r>
              <a:rPr lang="en-us" sz="1060" cap="none">
                <a:solidFill>
                  <a:srgbClr val="504C49"/>
                </a:solidFill>
                <a:latin typeface="Source Han Sans JP" pitchFamily="0" charset="1"/>
                <a:ea typeface="Source Han Sans JP" pitchFamily="0" charset="1"/>
                <a:cs typeface="Source Han Sans JP" pitchFamily="0" charset="1"/>
              </a:rPr>
              <a:t>Подписи:</a:t>
            </a:r>
            <a:endParaRPr lang="en-us" sz="1060" cap="none">
              <a:solidFill>
                <a:srgbClr val="504C49"/>
              </a:solidFill>
              <a:latin typeface="Source Han Sans JP" pitchFamily="0" charset="1"/>
              <a:ea typeface="Source Han Sans JP" pitchFamily="0" charset="1"/>
              <a:cs typeface="Source Han Sans JP" pitchFamily="0" charset="1"/>
            </a:endParaRPr>
          </a:p>
        </p:txBody>
      </p:sp>
      <p:sp>
        <p:nvSpPr>
          <p:cNvPr id="91" name="TextBox 91"/>
          <p:cNvSpPr>
            <a:extLst>
              <a:ext uri="smNativeData">
                <pr:smNativeData xmlns:pr="smNativeData" xmlns="smNativeData" val="SMDATA_15_NH3EaB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DQMAALVBAABzbQAAVkMAABAgAAAmAAAACAAAAP//////////"/>
              </a:ext>
            </a:extLst>
          </p:cNvSpPr>
          <p:nvPr/>
        </p:nvSpPr>
        <p:spPr>
          <a:xfrm>
            <a:off x="495935" y="10681335"/>
            <a:ext cx="17296130" cy="26479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 algn="ctr">
              <a:lnSpc>
                <a:spcPts val="1750"/>
              </a:lnSpc>
              <a:defRPr lang="en-us"/>
            </a:pPr>
            <a:r>
              <a:rPr lang="en-us" sz="1060" cap="none">
                <a:solidFill>
                  <a:srgbClr val="504C49"/>
                </a:solidFill>
                <a:latin typeface="Source Han Sans JP" pitchFamily="0" charset="1"/>
                <a:ea typeface="Source Han Sans JP" pitchFamily="0" charset="1"/>
                <a:cs typeface="Source Han Sans JP" pitchFamily="0" charset="1"/>
              </a:rPr>
              <a:t>За Възложителя</a:t>
            </a:r>
            <a:endParaRPr lang="en-us" sz="1060" cap="none">
              <a:solidFill>
                <a:srgbClr val="504C49"/>
              </a:solidFill>
              <a:latin typeface="Source Han Sans JP" pitchFamily="0" charset="1"/>
              <a:ea typeface="Source Han Sans JP" pitchFamily="0" charset="1"/>
              <a:cs typeface="Source Han Sans JP" pitchFamily="0" charset="1"/>
            </a:endParaRPr>
          </a:p>
        </p:txBody>
      </p:sp>
      <p:sp>
        <p:nvSpPr>
          <p:cNvPr id="92" name="TextBox 92"/>
          <p:cNvSpPr>
            <a:extLst>
              <a:ext uri="smNativeData">
                <pr:smNativeData xmlns:pr="smNativeData" xmlns="smNativeData" val="SMDATA_15_NH3EaB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DQMAABVEAABzbQAAtkUAABAgAAAmAAAACAAAAP//////////"/>
              </a:ext>
            </a:extLst>
          </p:cNvSpPr>
          <p:nvPr/>
        </p:nvSpPr>
        <p:spPr>
          <a:xfrm>
            <a:off x="495935" y="11067415"/>
            <a:ext cx="17296130" cy="26479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 algn="ctr">
              <a:lnSpc>
                <a:spcPts val="1750"/>
              </a:lnSpc>
              <a:defRPr lang="en-us"/>
            </a:pPr>
            <a:r>
              <a:rPr lang="en-us" sz="1060" cap="none">
                <a:solidFill>
                  <a:srgbClr val="504C49"/>
                </a:solidFill>
                <a:latin typeface="Source Han Sans JP" pitchFamily="0" charset="1"/>
                <a:ea typeface="Source Han Sans JP" pitchFamily="0" charset="1"/>
                <a:cs typeface="Source Han Sans JP" pitchFamily="0" charset="1"/>
              </a:rPr>
              <a:t>За Изпълнителя</a:t>
            </a:r>
            <a:endParaRPr lang="en-us" sz="1060" cap="none">
              <a:solidFill>
                <a:srgbClr val="504C49"/>
              </a:solidFill>
              <a:latin typeface="Source Han Sans JP" pitchFamily="0" charset="1"/>
              <a:ea typeface="Source Han Sans JP" pitchFamily="0" charset="1"/>
              <a:cs typeface="Source Han Sans JP" pitchFamily="0" charset="1"/>
            </a:endParaRPr>
          </a:p>
        </p:txBody>
      </p:sp>
    </p:spTree>
  </p:cSld>
  <p:clrMapOvr>
    <a:masterClrMapping/>
  </p:clrMapOvr>
  <p:transition spd="fast" p14:dur="800">
    <p:fade/>
    <p:extLst>
      <p:ext uri="smNativeData">
        <pr:smNativeData xmlns:pr="smNativeData" xmlns="smNativeData" val="NH3EaAAAAAAgAwAAAAAAAAYAAAAAAAAAAAAAAAAAAAAAAAAAAQAAAAAAAAAAAAAAAAAAAAAAAAAAAAAA" duo="NH3EaAAAAAAAAAAAAAAAAAAAAAA="/>
      </p:ext>
    </p:extLst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extLst>
              <a:ext uri="smNativeData">
                <pr:smNativeData xmlns:pr="smNativeData" xmlns="smNativeData" val="SMDATA_6_NH3EaBMAAAAlAAAAAQAAAA8BAAAAkAAAAEgAAACQAAAASAAAAAAAAAAAAAAAAAAAABcAAAAUAAAAAAAAAAAAAAD/fwAA/38AAAAAAAAJAAAABAAAANb///8fAAAAVAAAAAAAAAAAAAAAAAAAAAAAAAAAAAAAAAAAAAAAAAAAAAAAAAAAAAAAAAAAAAAAAAAAAAAAAAAAAAAAAAAAAAAAAAAAAAAAAAAAAAAAAAAAAAAAAAAAACEAAAAYAAAAFAAAAAAAAAAAAAAAgHAAAEg/AAAQAAAAJgAAAAgAAAD/////AAAAAA=="/>
              </a:ext>
            </a:extLst>
          </p:cNvGrpSpPr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sp>
          <p:nvSpPr>
            <p:cNvPr id="3" name="Freeform 3"/>
            <p:cNvSpPr>
              <a:extLst>
                <a:ext uri="smNativeData">
                  <pr:smNativeData xmlns:pr="smNativeData" xmlns="smNativeData" val="SMDATA_15_NH3EaBMAAAAlAAAACwAAAA0AAAAAAAAAAAAAAAAAlgAAYFQAAAAAAAAAAAAAAAAAAAEAAABQAAAAAAAAAAAA4D8AAAAAAADgPwAAAAAAAOA/AAAAAAAA4D8AAAAAAADgPwAAAAAAAOA/AAAAAAAA4D8AAAAAAADgPwAAAAAAAOA/AAAAAAAA4D8CAAAAjAAAAAEAAAAAAAAA9/Pw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9/PwAP///wEAAAAAAAAAAAAAAAAAAAAAAAAAAAAAAAAAAAAAAAAAAAAAAAB/f38A7uzhA8zMzADAwP8Af39/AAAAAAAAAAAAAAAAAAAAAAAAAAAAIQAAABgAAAAUAAAAAAAAAAAAAACAcAAASD8AAAAAAAAmAAAACAAAAP//////////"/>
                </a:ext>
              </a:extLst>
            </p:cNvSpPr>
            <p:nvPr/>
          </p:nvSpPr>
          <p:spPr>
            <a:xfrm>
              <a:off x="0" y="0"/>
              <a:ext cx="18288000" cy="10287000"/>
            </a:xfrm>
            <a:custGeom>
              <a:avLst/>
              <a:gdLst/>
              <a:ahLst/>
              <a:cxnLst/>
              <a:rect l="0" t="0" r="18288000" b="10287000"/>
              <a:pathLst>
                <a:path w="18288000" h="10287000">
                  <a:moveTo>
                    <a:pt x="0" y="0"/>
                  </a:moveTo>
                  <a:lnTo>
                    <a:pt x="18288000" y="0"/>
                  </a:lnTo>
                  <a:lnTo>
                    <a:pt x="18288000" y="10287000"/>
                  </a:lnTo>
                  <a:lnTo>
                    <a:pt x="0" y="10287000"/>
                  </a:lnTo>
                  <a:close/>
                </a:path>
              </a:pathLst>
            </a:custGeom>
            <a:solidFill>
              <a:srgbClr val="F7F3F0"/>
            </a:solidFill>
            <a:ln>
              <a:noFill/>
            </a:ln>
            <a:effectLst/>
          </p:spPr>
        </p:sp>
      </p:grpSp>
      <p:grpSp>
        <p:nvGrpSpPr>
          <p:cNvPr id="4" name="Group 4"/>
          <p:cNvGrpSpPr>
            <a:extLst>
              <a:ext uri="smNativeData">
                <pr:smNativeData xmlns:pr="smNativeData" xmlns="smNativeData" val="SMDATA_6_NH3EaBMAAAAlAAAAAQAAAA8BAAAAkAAAAEgAAACQAAAASAAAAAAAAAAAAAAAAAAAABcAAAAUAAAAAAAAAAAAAAD/fwAA/38AAAAAAAAJAAAABAAAAAAAAAAfAAAAVAAAAAAAAAAAAAAAAAAAAAAAAAAAAAAAAAAAAAAAAAAAAAAAAAAAAAAAAAAAAAAAAAAAAAAAAAAAAAAAAAAAAAAAAAAAAAAAAAAAAAAAAAAAAAAAAAAAACEAAAAYAAAAFAAAAAAAAAAAAAAAgHAAAEg/AAAQAAAAJgAAAAgAAAD/////AAAAAA=="/>
              </a:ext>
            </a:extLst>
          </p:cNvGrpSpPr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sp>
          <p:nvSpPr>
            <p:cNvPr id="5" name="Freeform 5"/>
            <p:cNvSpPr>
              <a:extLst>
                <a:ext uri="smNativeData">
                  <pr:smNativeData xmlns:pr="smNativeData" xmlns="smNativeData" val="SMDATA_15_NH3EaBMAAAAlAAAACwAAAA0AAAAAAAAAAAAAAAAAlgAAYFQAAAAAAAAAAAAAAAAAAAEAAABQAAAAAAAAAAAA4D8AAAAAAADgPwAAAAAAAOA/AAAAAAAA4D8AAAAAAADgPwAAAAAAAOA/AAAAAAAA4D8AAAAAAADgPwAAAAAAAOA/AAAAAAAA4D8CAAAAjAAAAAE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AAAAAAAAAACAcAAASD8AAAAAAAAmAAAACAAAAP//////////"/>
                </a:ext>
              </a:extLst>
            </p:cNvSpPr>
            <p:nvPr/>
          </p:nvSpPr>
          <p:spPr>
            <a:xfrm>
              <a:off x="0" y="0"/>
              <a:ext cx="18288000" cy="10287000"/>
            </a:xfrm>
            <a:custGeom>
              <a:avLst/>
              <a:gdLst/>
              <a:ahLst/>
              <a:cxnLst/>
              <a:rect l="0" t="0" r="18288000" b="10287000"/>
              <a:pathLst>
                <a:path w="18288000" h="10287000">
                  <a:moveTo>
                    <a:pt x="0" y="0"/>
                  </a:moveTo>
                  <a:lnTo>
                    <a:pt x="18288000" y="0"/>
                  </a:lnTo>
                  <a:lnTo>
                    <a:pt x="18288000" y="10287000"/>
                  </a:lnTo>
                  <a:lnTo>
                    <a:pt x="0" y="102870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</p:sp>
      </p:grpSp>
      <p:sp>
        <p:nvSpPr>
          <p:cNvPr id="6" name="TextBox 6"/>
          <p:cNvSpPr>
            <a:extLst>
              <a:ext uri="smNativeData">
                <pr:smNativeData xmlns:pr="smNativeData" xmlns="smNativeData" val="SMDATA_15_NH3EaB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7SkAANoDAACTRgAAugcAABAgAAAmAAAACAAAAP//////////"/>
              </a:ext>
            </a:extLst>
          </p:cNvSpPr>
          <p:nvPr/>
        </p:nvSpPr>
        <p:spPr>
          <a:xfrm>
            <a:off x="6815455" y="626110"/>
            <a:ext cx="4657090" cy="6299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 algn="ctr">
              <a:lnSpc>
                <a:spcPts val="4560"/>
              </a:lnSpc>
              <a:defRPr lang="en-us"/>
            </a:pPr>
            <a:r>
              <a:rPr lang="en-us" sz="3625" cap="none">
                <a:solidFill>
                  <a:srgbClr val="201B18"/>
                </a:solidFill>
                <a:latin typeface="Arimo" pitchFamily="0" charset="1"/>
                <a:ea typeface="Arimo" pitchFamily="0" charset="1"/>
                <a:cs typeface="Arimo" pitchFamily="0" charset="1"/>
              </a:rPr>
              <a:t>Бюджет</a:t>
            </a:r>
            <a:endParaRPr lang="en-us" sz="3625" cap="none">
              <a:solidFill>
                <a:srgbClr val="201B18"/>
              </a:solidFill>
              <a:latin typeface="Arimo" pitchFamily="0" charset="1"/>
              <a:ea typeface="Arimo" pitchFamily="0" charset="1"/>
              <a:cs typeface="Arimo" pitchFamily="0" charset="1"/>
            </a:endParaRPr>
          </a:p>
        </p:txBody>
      </p:sp>
      <p:sp>
        <p:nvSpPr>
          <p:cNvPr id="7" name="TextBox 7"/>
          <p:cNvSpPr>
            <a:extLst>
              <a:ext uri="smNativeData">
                <pr:smNativeData xmlns:pr="smNativeData" xmlns="smNativeData" val="SMDATA_15_NH3EaB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GO/Uuk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AwQAAJwJAAB9bAAA2gsAABAgAAAmAAAACAAAAP//////////"/>
              </a:ext>
            </a:extLst>
          </p:cNvSpPr>
          <p:nvPr/>
        </p:nvSpPr>
        <p:spPr>
          <a:xfrm>
            <a:off x="652145" y="1562100"/>
            <a:ext cx="16983710" cy="36449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 algn="l">
              <a:lnSpc>
                <a:spcPts val="2310"/>
              </a:lnSpc>
              <a:defRPr lang="en-us"/>
            </a:pPr>
            <a:r>
              <a:rPr lang="en-us" sz="1435" cap="none">
                <a:solidFill>
                  <a:srgbClr val="504C49"/>
                </a:solidFill>
                <a:latin typeface="Source Han Sans JP" pitchFamily="0" charset="1"/>
                <a:ea typeface="Source Han Sans JP" pitchFamily="0" charset="1"/>
                <a:cs typeface="Source Han Sans JP" pitchFamily="0" charset="1"/>
              </a:rPr>
              <a:t>Представяме детайлен преглед на предвидения бюджет за проекта, разделен на еднократни и месечни разходи по ключови категории:</a:t>
            </a:r>
            <a:endParaRPr lang="en-us" sz="1435" cap="none">
              <a:solidFill>
                <a:srgbClr val="504C49"/>
              </a:solidFill>
              <a:latin typeface="Source Han Sans JP" pitchFamily="0" charset="1"/>
              <a:ea typeface="Source Han Sans JP" pitchFamily="0" charset="1"/>
              <a:cs typeface="Source Han Sans JP" pitchFamily="0" charset="1"/>
            </a:endParaRPr>
          </a:p>
        </p:txBody>
      </p:sp>
      <p:grpSp>
        <p:nvGrpSpPr>
          <p:cNvPr id="8" name="Group 8"/>
          <p:cNvGrpSpPr>
            <a:extLst>
              <a:ext uri="smNativeData">
                <pr:smNativeData xmlns:pr="smNativeData" xmlns="smNativeData" val="SMDATA_6_NH3EaBMAAAAlAAAAAQAAAA8BAAAAkAAAAEgAAACQAAAASAAAAAAAAAAAAAAAAAAAABcAAAAUAAAAAAAAAAAAAAD/fwAA/38AAAAAAAAJAAAABAAAAAAAAAAfAAAAVAAAAAAAAAAAAAAAAAAAAAAAAAAAAAAAAAAAAAAAAAAAAAAAAAAAAAAAAAAAAAAAAAAAAAAAAAAAAAAAAAAAAAAAAAAAAAAAAAAAAAAAAAAAAAAAAAAAACEAAAAYAAAAFAAAAPQDAAAVDQAAvDcAAIkiAAAQAAAAJgAAAAgAAAD/////AAAAAA=="/>
              </a:ext>
            </a:extLst>
          </p:cNvGrpSpPr>
          <p:nvPr/>
        </p:nvGrpSpPr>
        <p:grpSpPr>
          <a:xfrm>
            <a:off x="642620" y="2126615"/>
            <a:ext cx="8417560" cy="3487420"/>
            <a:chOff x="642620" y="2126615"/>
            <a:chExt cx="8417560" cy="3487420"/>
          </a:xfrm>
        </p:grpSpPr>
        <p:sp>
          <p:nvSpPr>
            <p:cNvPr id="10" name="Freeform 9"/>
            <p:cNvSpPr>
              <a:extLst>
                <a:ext uri="smNativeData">
                  <pr:smNativeData xmlns:pr="smNativeData" xmlns="smNativeData" val="SMDATA_15_NH3EaBMAAAAlAAAACwAAAA0AAAAAFAAAABQAAAD3RAAAhhwAAAAAAAAAAAAAAAAAAAEAAABQAAAAAAAAAAAA4D8AAAAAAADgPwAAAAAAAOA/AAAAAAAA4D8AAAAAAADgPwAAAAAAAOA/AAAAAAAA4D8AAAAAAADgPwAAAAAAAOA/AAAAAAAA4D8CAAAAjAAAAAE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AwQAACQNAACtNwAAeiIAAAAAAAAmAAAACAAAAP//////////"/>
                </a:ext>
              </a:extLst>
            </p:cNvSpPr>
            <p:nvPr/>
          </p:nvSpPr>
          <p:spPr>
            <a:xfrm>
              <a:off x="652145" y="2136140"/>
              <a:ext cx="8398510" cy="3468370"/>
            </a:xfrm>
            <a:custGeom>
              <a:avLst/>
              <a:gdLst/>
              <a:ahLst/>
              <a:cxnLst/>
              <a:rect l="0" t="0" r="8398510" b="3468370"/>
              <a:pathLst>
                <a:path w="8398510" h="3468370">
                  <a:moveTo>
                    <a:pt x="0" y="27911"/>
                  </a:moveTo>
                  <a:cubicBezTo>
                    <a:pt x="0" y="12479"/>
                    <a:pt x="12573" y="0"/>
                    <a:pt x="28003" y="0"/>
                  </a:cubicBezTo>
                  <a:lnTo>
                    <a:pt x="8370507" y="0"/>
                  </a:lnTo>
                  <a:cubicBezTo>
                    <a:pt x="8386033" y="0"/>
                    <a:pt x="8398510" y="12479"/>
                    <a:pt x="8398510" y="27911"/>
                  </a:cubicBezTo>
                  <a:lnTo>
                    <a:pt x="8398510" y="3440459"/>
                  </a:lnTo>
                  <a:cubicBezTo>
                    <a:pt x="8398510" y="3455891"/>
                    <a:pt x="8385937" y="3468370"/>
                    <a:pt x="8370507" y="3468370"/>
                  </a:cubicBezTo>
                  <a:lnTo>
                    <a:pt x="28003" y="3468370"/>
                  </a:lnTo>
                  <a:cubicBezTo>
                    <a:pt x="12477" y="3468370"/>
                    <a:pt x="0" y="3455891"/>
                    <a:pt x="0" y="344045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</p:sp>
        <p:sp>
          <p:nvSpPr>
            <p:cNvPr id="9" name="Freeform 10"/>
            <p:cNvSpPr>
              <a:extLst>
                <a:ext uri="smNativeData">
                  <pr:smNativeData xmlns:pr="smNativeData" xmlns="smNativeData" val="SMDATA_15_NH3EaBMAAAAlAAAACwAAAA0AAAAAAAAAAAAAAAALRQAAmhwAAAAAAAAAAAAAAAAAAAEAAABQAAAAAAAAAAAA4D8AAAAAAADgPwAAAAAAAOA/AAAAAAAA4D8AAAAAAADgPwAAAAAAAOA/AAAAAAAA4D8AAAAAAADgPwAAAAAAAOA/AAAAAAAA4D8CAAAAjAAAAAEAAAAAAAAA2NTU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BuZXhc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2NTUAP///wEAAAAAAAAAAAAAAAAAAAAAAAAAAAAAAAAAAAAAAAAAAAAAAAB/f38A7uzhA8zMzADAwP8Af39/AAAAAAAAAAAAAAAAAAAAAAAAAAAAIQAAABgAAAAUAAAA9AMAABUNAAC8NwAAiSIAAAAAAAAmAAAACAAAAP//////////"/>
                </a:ext>
              </a:extLst>
            </p:cNvSpPr>
            <p:nvPr/>
          </p:nvSpPr>
          <p:spPr>
            <a:xfrm>
              <a:off x="642620" y="2126615"/>
              <a:ext cx="8417560" cy="3487420"/>
            </a:xfrm>
            <a:custGeom>
              <a:avLst/>
              <a:gdLst/>
              <a:ahLst/>
              <a:cxnLst/>
              <a:rect l="0" t="0" r="8417560" b="3487420"/>
              <a:pathLst>
                <a:path w="8417560" h="3487420">
                  <a:moveTo>
                    <a:pt x="0" y="37437"/>
                  </a:moveTo>
                  <a:cubicBezTo>
                    <a:pt x="0" y="16766"/>
                    <a:pt x="16859" y="0"/>
                    <a:pt x="37527" y="0"/>
                  </a:cubicBezTo>
                  <a:lnTo>
                    <a:pt x="8380033" y="0"/>
                  </a:lnTo>
                  <a:lnTo>
                    <a:pt x="8380033" y="9526"/>
                  </a:lnTo>
                  <a:lnTo>
                    <a:pt x="8380033" y="0"/>
                  </a:lnTo>
                  <a:cubicBezTo>
                    <a:pt x="8400797" y="0"/>
                    <a:pt x="8417560" y="16766"/>
                    <a:pt x="8417560" y="37437"/>
                  </a:cubicBezTo>
                  <a:lnTo>
                    <a:pt x="8408035" y="37437"/>
                  </a:lnTo>
                  <a:lnTo>
                    <a:pt x="8417560" y="37437"/>
                  </a:lnTo>
                  <a:lnTo>
                    <a:pt x="8417560" y="3449983"/>
                  </a:lnTo>
                  <a:lnTo>
                    <a:pt x="8408035" y="3449983"/>
                  </a:lnTo>
                  <a:lnTo>
                    <a:pt x="8417560" y="3449983"/>
                  </a:lnTo>
                  <a:cubicBezTo>
                    <a:pt x="8417560" y="3470750"/>
                    <a:pt x="8400701" y="3487420"/>
                    <a:pt x="8380033" y="3487420"/>
                  </a:cubicBezTo>
                  <a:lnTo>
                    <a:pt x="8380033" y="3477894"/>
                  </a:lnTo>
                  <a:lnTo>
                    <a:pt x="8380033" y="3487420"/>
                  </a:lnTo>
                  <a:lnTo>
                    <a:pt x="37527" y="3487420"/>
                  </a:lnTo>
                  <a:lnTo>
                    <a:pt x="37527" y="3477894"/>
                  </a:lnTo>
                  <a:lnTo>
                    <a:pt x="37527" y="3487420"/>
                  </a:lnTo>
                  <a:cubicBezTo>
                    <a:pt x="16763" y="3487420"/>
                    <a:pt x="0" y="3470654"/>
                    <a:pt x="0" y="3449983"/>
                  </a:cubicBezTo>
                  <a:lnTo>
                    <a:pt x="0" y="37437"/>
                  </a:lnTo>
                  <a:lnTo>
                    <a:pt x="9525" y="37437"/>
                  </a:lnTo>
                  <a:lnTo>
                    <a:pt x="0" y="37437"/>
                  </a:lnTo>
                  <a:moveTo>
                    <a:pt x="19049" y="37437"/>
                  </a:moveTo>
                  <a:lnTo>
                    <a:pt x="19049" y="3449983"/>
                  </a:lnTo>
                  <a:lnTo>
                    <a:pt x="9525" y="3449983"/>
                  </a:lnTo>
                  <a:lnTo>
                    <a:pt x="19049" y="3449983"/>
                  </a:lnTo>
                  <a:cubicBezTo>
                    <a:pt x="19049" y="3460176"/>
                    <a:pt x="27336" y="3468368"/>
                    <a:pt x="37527" y="3468368"/>
                  </a:cubicBezTo>
                  <a:lnTo>
                    <a:pt x="8380033" y="3468368"/>
                  </a:lnTo>
                  <a:cubicBezTo>
                    <a:pt x="8390319" y="3468368"/>
                    <a:pt x="8398511" y="3460081"/>
                    <a:pt x="8398511" y="3449983"/>
                  </a:cubicBezTo>
                  <a:lnTo>
                    <a:pt x="8398511" y="37437"/>
                  </a:lnTo>
                  <a:cubicBezTo>
                    <a:pt x="8398511" y="27244"/>
                    <a:pt x="8390224" y="19052"/>
                    <a:pt x="8380033" y="19052"/>
                  </a:cubicBezTo>
                  <a:lnTo>
                    <a:pt x="37527" y="19052"/>
                  </a:lnTo>
                  <a:lnTo>
                    <a:pt x="37527" y="9526"/>
                  </a:lnTo>
                  <a:lnTo>
                    <a:pt x="37527" y="19052"/>
                  </a:lnTo>
                  <a:cubicBezTo>
                    <a:pt x="27336" y="19052"/>
                    <a:pt x="19049" y="27339"/>
                    <a:pt x="19049" y="37437"/>
                  </a:cubicBezTo>
                  <a:close/>
                </a:path>
              </a:pathLst>
            </a:custGeom>
            <a:solidFill>
              <a:srgbClr val="D8D4D4"/>
            </a:solidFill>
            <a:ln>
              <a:noFill/>
            </a:ln>
            <a:effectLst/>
          </p:spPr>
        </p:sp>
      </p:grpSp>
      <p:grpSp>
        <p:nvGrpSpPr>
          <p:cNvPr id="11" name="Group 11"/>
          <p:cNvGrpSpPr>
            <a:extLst>
              <a:ext uri="smNativeData">
                <pr:smNativeData xmlns:pr="smNativeData" xmlns="smNativeData" val="SMDATA_6_NH3EaBMAAAAlAAAAAQAAAA8BAAAAkAAAAEgAAACQAAAASAAAAAAAAAAAAAAAAAAAABcAAAAUAAAAAAAAAAAAAAD/fwAA/38AAAAAAAAJAAAABAAAABgAAAAfAAAAVAAAAAAAAAAAAAAAAAAAAAAAAAAAAAAAAAAAAAAAAAAAAAAAAAAAAAAAAAAAAAAAAAAAAAAAAAAAAAAAAAAAAAAAAAAAAAAAAAAAAAAAAAAAAAAAAAAAACEAAAAYAAAAFAAAACEEAABCDQAAjzcAALMQAAAQAAAAJgAAAAgAAAD/////AAAAAA=="/>
              </a:ext>
            </a:extLst>
          </p:cNvGrpSpPr>
          <p:nvPr/>
        </p:nvGrpSpPr>
        <p:grpSpPr>
          <a:xfrm>
            <a:off x="671195" y="2155190"/>
            <a:ext cx="8360410" cy="559435"/>
            <a:chOff x="671195" y="2155190"/>
            <a:chExt cx="8360410" cy="559435"/>
          </a:xfrm>
        </p:grpSpPr>
        <p:sp>
          <p:nvSpPr>
            <p:cNvPr id="12" name="Freeform 12"/>
            <p:cNvSpPr>
              <a:extLst>
                <a:ext uri="smNativeData">
                  <pr:smNativeData xmlns:pr="smNativeData" xmlns="smNativeData" val="SMDATA_15_NH3EaBMAAAAlAAAACwAAAA0AAAAAAAAAAAAAAACTRAAAlQQAAAAAAAAAAAAAAAAAAAEAAABQAAAAAAAAAAAA4D8AAAAAAADgPwAAAAAAAOA/AAAAAAAA4D8AAAAAAADgPwAAAAAAAOA/AAAAAAAA4D8AAAAAAADgPwAAAAAAAOA/AAAAAAAA4D8CAAAAjAAAAAEAAAAAAAAA+ff3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+ff3AP///wEAAAAAAAAAAAAAAAAAAAAAAAAAAAAAAAAAAAAAAAAAAAAAAAB/f38A7uzhA8zMzADAwP8Af39/AAAAAAAAAAAAAAAAAAAAAAAAAAAAIQAAABgAAAAUAAAAIQQAAEINAACPNwAAsxAAAAAAAAAmAAAACAAAAP//////////"/>
                </a:ext>
              </a:extLst>
            </p:cNvSpPr>
            <p:nvPr/>
          </p:nvSpPr>
          <p:spPr>
            <a:xfrm>
              <a:off x="671195" y="2155190"/>
              <a:ext cx="8360410" cy="559435"/>
            </a:xfrm>
            <a:custGeom>
              <a:avLst/>
              <a:gdLst/>
              <a:ahLst/>
              <a:cxnLst/>
              <a:rect l="0" t="0" r="8360410" b="559435"/>
              <a:pathLst>
                <a:path w="8360410" h="559435">
                  <a:moveTo>
                    <a:pt x="0" y="5054"/>
                  </a:moveTo>
                  <a:cubicBezTo>
                    <a:pt x="0" y="2288"/>
                    <a:pt x="2286" y="0"/>
                    <a:pt x="5048" y="0"/>
                  </a:cubicBezTo>
                  <a:lnTo>
                    <a:pt x="8355363" y="0"/>
                  </a:lnTo>
                  <a:cubicBezTo>
                    <a:pt x="8358124" y="0"/>
                    <a:pt x="8360410" y="2288"/>
                    <a:pt x="8360410" y="5054"/>
                  </a:cubicBezTo>
                  <a:lnTo>
                    <a:pt x="8360410" y="554380"/>
                  </a:lnTo>
                  <a:cubicBezTo>
                    <a:pt x="8360410" y="557146"/>
                    <a:pt x="8358124" y="559435"/>
                    <a:pt x="8355363" y="559435"/>
                  </a:cubicBezTo>
                  <a:lnTo>
                    <a:pt x="5048" y="559435"/>
                  </a:lnTo>
                  <a:cubicBezTo>
                    <a:pt x="2286" y="559435"/>
                    <a:pt x="0" y="557146"/>
                    <a:pt x="0" y="554380"/>
                  </a:cubicBezTo>
                  <a:close/>
                </a:path>
              </a:pathLst>
            </a:custGeom>
            <a:solidFill>
              <a:srgbClr val="F9F7F7"/>
            </a:solidFill>
            <a:ln>
              <a:noFill/>
            </a:ln>
            <a:effectLst/>
          </p:spPr>
        </p:sp>
      </p:grpSp>
      <p:grpSp>
        <p:nvGrpSpPr>
          <p:cNvPr id="13" name="Group 13"/>
          <p:cNvGrpSpPr>
            <a:extLst>
              <a:ext uri="smNativeData">
                <pr:smNativeData xmlns:pr="smNativeData" xmlns="smNativeData" val="SMDATA_6_NH3EaBMAAAAlAAAAAQAAAA8BAAAAkAAAAEgAAACQAAAASAAAAAAAAAAAAAAAAAAAABcAAAAUAAAAAAAAAAAAAAD/fwAA/38AAAAAAAAJAAAABAAAAK3///8fAAAAVAAAAAAAAAAAAAAAAAAAAAAAAAAAAAAAAAAAAAAAAAAAAAAAAAAAAAAAAAAAAAAAAAAAAAAAAAAAAAAAAAAAAAAAAAAAAAAAAAAAAAAAAAAAAAAAAAAAACEAAAAYAAAAFAAAAPwcAADnDQAAtB4AAA4QAAAQAAAAJgAAAAgAAAD/////AAAAAA=="/>
              </a:ext>
            </a:extLst>
          </p:cNvGrpSpPr>
          <p:nvPr/>
        </p:nvGrpSpPr>
        <p:grpSpPr>
          <a:xfrm>
            <a:off x="4711700" y="2259965"/>
            <a:ext cx="279400" cy="349885"/>
            <a:chOff x="4711700" y="2259965"/>
            <a:chExt cx="279400" cy="349885"/>
          </a:xfrm>
        </p:grpSpPr>
        <p:sp>
          <p:nvSpPr>
            <p:cNvPr id="14" name="Freeform 14" descr="preencoded.png"/>
            <p:cNvSpPr>
              <a:extLst>
                <a:ext uri="smNativeData">
                  <pr:smNativeData xmlns:pr="smNativeData" xmlns="smNativeData" val="SMDATA_15_NH3EaBMAAAAlAAAACwAAAA0AAAAAAAAAAAAAAABLAgAA3QIAAAAAAAAAAAAAAAAAAAEAAABQAAAAAAAAAAAA4D8AAAAAAADgPwAAAAAAAOA/AAAAAAAA4D8AAAAAAADgPwAAAAAAAOA/AAAAAAAA4D8AAAAAAADgPwAAAAAAAOA/AAAAAAAA4D8CAAAAjAAAAAEAAAACAAAA////AP///wgAAAAAAAAAAGdcquTYg2tDpXXeOwcP+pEB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UxkCweAAAAaAAAAAAAAAAAAAAAm////wAAAACa////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/BwAAOcNAAC0HgAADhAAAAAAAAAmAAAACAAAAP//////////"/>
                </a:ext>
              </a:extLst>
            </p:cNvSpPr>
            <p:nvPr/>
          </p:nvSpPr>
          <p:spPr>
            <a:xfrm>
              <a:off x="4711700" y="2259965"/>
              <a:ext cx="279400" cy="349885"/>
            </a:xfrm>
            <a:custGeom>
              <a:avLst/>
              <a:gdLst/>
              <a:ahLst/>
              <a:cxnLst/>
              <a:rect l="0" t="0" r="279400" b="349885"/>
              <a:pathLst>
                <a:path w="279400" h="349885">
                  <a:moveTo>
                    <a:pt x="0" y="0"/>
                  </a:moveTo>
                  <a:lnTo>
                    <a:pt x="279400" y="0"/>
                  </a:lnTo>
                  <a:lnTo>
                    <a:pt x="279400" y="349885"/>
                  </a:lnTo>
                  <a:lnTo>
                    <a:pt x="0" y="3498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rcRect/>
              <a:stretch>
                <a:fillRect l="0" t="-1010" r="0" b="-1020"/>
              </a:stretch>
            </a:blipFill>
            <a:ln>
              <a:noFill/>
            </a:ln>
            <a:effectLst/>
          </p:spPr>
        </p:sp>
      </p:grpSp>
      <p:sp>
        <p:nvSpPr>
          <p:cNvPr id="15" name="TextBox 15"/>
          <p:cNvSpPr>
            <a:extLst>
              <a:ext uri="smNativeData">
                <pr:smNativeData xmlns:pr="smNativeData" xmlns="smNativeData" val="SMDATA_15_NH3EaB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Jcu+Pc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RgUAAKsRAACZEwAAohMAABAgAAAmAAAACAAAAP//////////"/>
              </a:ext>
            </a:extLst>
          </p:cNvSpPr>
          <p:nvPr/>
        </p:nvSpPr>
        <p:spPr>
          <a:xfrm>
            <a:off x="857250" y="2872105"/>
            <a:ext cx="2328545" cy="31940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 algn="l">
              <a:lnSpc>
                <a:spcPts val="2245"/>
              </a:lnSpc>
              <a:defRPr lang="en-us"/>
            </a:pPr>
            <a:r>
              <a:rPr lang="en-us" cap="none">
                <a:solidFill>
                  <a:srgbClr val="504C49"/>
                </a:solidFill>
                <a:latin typeface="Arimo" pitchFamily="0" charset="1"/>
                <a:ea typeface="Arimo" pitchFamily="0" charset="1"/>
                <a:cs typeface="Arimo" pitchFamily="0" charset="1"/>
              </a:rPr>
              <a:t>Хардуерни разходи</a:t>
            </a:r>
            <a:endParaRPr lang="en-us" cap="none">
              <a:solidFill>
                <a:srgbClr val="504C49"/>
              </a:solidFill>
              <a:latin typeface="Arimo" pitchFamily="0" charset="1"/>
              <a:ea typeface="Arimo" pitchFamily="0" charset="1"/>
              <a:cs typeface="Arimo" pitchFamily="0" charset="1"/>
            </a:endParaRPr>
          </a:p>
        </p:txBody>
      </p:sp>
      <p:sp>
        <p:nvSpPr>
          <p:cNvPr id="16" name="TextBox 16"/>
          <p:cNvSpPr>
            <a:extLst>
              <a:ext uri="smNativeData">
                <pr:smNativeData xmlns:pr="smNativeData" xmlns="smNativeData" val="SMDATA_15_NH3EaB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O5zEY0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RgUAAOkTAABqNgAA/RcAABAgAAAmAAAACAAAAP//////////"/>
              </a:ext>
            </a:extLst>
          </p:cNvSpPr>
          <p:nvPr/>
        </p:nvSpPr>
        <p:spPr>
          <a:xfrm>
            <a:off x="857250" y="3236595"/>
            <a:ext cx="7988300" cy="6629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 algn="l">
              <a:lnSpc>
                <a:spcPts val="2310"/>
              </a:lnSpc>
              <a:defRPr lang="en-us"/>
            </a:pPr>
            <a:r>
              <a:rPr lang="en-us" sz="1435" cap="none">
                <a:solidFill>
                  <a:srgbClr val="504C49"/>
                </a:solidFill>
                <a:latin typeface="Source Han Sans JP" pitchFamily="0" charset="1"/>
                <a:ea typeface="Source Han Sans JP" pitchFamily="0" charset="1"/>
                <a:cs typeface="Source Han Sans JP" pitchFamily="0" charset="1"/>
              </a:rPr>
              <a:t>Инвестиции в необходимото оборудване за разработка и функциониране на системата:</a:t>
            </a:r>
            <a:endParaRPr lang="en-us" sz="1435" cap="none">
              <a:solidFill>
                <a:srgbClr val="504C49"/>
              </a:solidFill>
              <a:latin typeface="Source Han Sans JP" pitchFamily="0" charset="1"/>
              <a:ea typeface="Source Han Sans JP" pitchFamily="0" charset="1"/>
              <a:cs typeface="Source Han Sans JP" pitchFamily="0" charset="1"/>
            </a:endParaRPr>
          </a:p>
        </p:txBody>
      </p:sp>
      <p:sp>
        <p:nvSpPr>
          <p:cNvPr id="17" name="TextBox 17"/>
          <p:cNvSpPr>
            <a:extLst>
              <a:ext uri="smNativeData">
                <pr:smNativeData xmlns:pr="smNativeData" xmlns="smNativeData" val="SMDATA_15_NH3EaB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KOmn0o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RgUAAEQYAABqNgAAgxoAABAgAAAmAAAACAAAAP//////////"/>
              </a:ext>
            </a:extLst>
          </p:cNvSpPr>
          <p:nvPr/>
        </p:nvSpPr>
        <p:spPr>
          <a:xfrm>
            <a:off x="857250" y="3944620"/>
            <a:ext cx="7988300" cy="3651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 lvl="1" marL="216535" indent="-108585" algn="l">
              <a:lnSpc>
                <a:spcPts val="2310"/>
              </a:lnSpc>
              <a:buFont typeface="Arial" pitchFamily="2" charset="0"/>
              <a:buChar char="•"/>
              <a:defRPr lang="en-us"/>
            </a:pPr>
            <a:r>
              <a:rPr lang="en-us" sz="1435" cap="none">
                <a:solidFill>
                  <a:srgbClr val="504C49"/>
                </a:solidFill>
                <a:latin typeface="Source Han Sans JP" pitchFamily="0" charset="1"/>
                <a:ea typeface="Source Han Sans JP" pitchFamily="0" charset="1"/>
                <a:cs typeface="Source Han Sans JP" pitchFamily="0" charset="1"/>
              </a:rPr>
              <a:t>Сървър/хостинг: </a:t>
            </a:r>
            <a:r>
              <a:rPr lang="en-us" sz="1435" b="1" cap="none">
                <a:solidFill>
                  <a:srgbClr val="504C49"/>
                </a:solidFill>
                <a:latin typeface="Source Han Sans JP Bold" pitchFamily="0" charset="1"/>
                <a:ea typeface="Source Han Sans JP Bold" pitchFamily="0" charset="1"/>
                <a:cs typeface="Source Han Sans JP Bold" pitchFamily="0" charset="1"/>
              </a:rPr>
              <a:t>100 лв./месец</a:t>
            </a:r>
            <a:endParaRPr lang="en-us" sz="1435" b="1" cap="none">
              <a:solidFill>
                <a:srgbClr val="504C49"/>
              </a:solidFill>
              <a:latin typeface="Source Han Sans JP Bold" pitchFamily="0" charset="1"/>
              <a:ea typeface="Source Han Sans JP Bold" pitchFamily="0" charset="1"/>
              <a:cs typeface="Source Han Sans JP Bold" pitchFamily="0" charset="1"/>
            </a:endParaRPr>
          </a:p>
        </p:txBody>
      </p:sp>
      <p:sp>
        <p:nvSpPr>
          <p:cNvPr id="18" name="TextBox 18"/>
          <p:cNvSpPr>
            <a:extLst>
              <a:ext uri="smNativeData">
                <pr:smNativeData xmlns:pr="smNativeData" xmlns="smNativeData" val="SMDATA_15_NH3EaB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Ho9Ijk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RgUAAIAaAABqNgAAvxwAABAgAAAmAAAACAAAAP//////////"/>
              </a:ext>
            </a:extLst>
          </p:cNvSpPr>
          <p:nvPr/>
        </p:nvSpPr>
        <p:spPr>
          <a:xfrm>
            <a:off x="857250" y="4307840"/>
            <a:ext cx="7988300" cy="3651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 lvl="1" marL="216535" indent="-108585" algn="l">
              <a:lnSpc>
                <a:spcPts val="2310"/>
              </a:lnSpc>
              <a:buFont typeface="Arial" pitchFamily="2" charset="0"/>
              <a:buChar char="•"/>
              <a:defRPr lang="en-us"/>
            </a:pPr>
            <a:r>
              <a:rPr lang="en-us" sz="1435" cap="none">
                <a:solidFill>
                  <a:srgbClr val="504C49"/>
                </a:solidFill>
                <a:latin typeface="Source Han Sans JP" pitchFamily="0" charset="1"/>
                <a:ea typeface="Source Han Sans JP" pitchFamily="0" charset="1"/>
                <a:cs typeface="Source Han Sans JP" pitchFamily="0" charset="1"/>
              </a:rPr>
              <a:t>Работни станции (2 бр.): </a:t>
            </a:r>
            <a:r>
              <a:rPr lang="en-us" sz="1435" b="1" cap="none">
                <a:solidFill>
                  <a:srgbClr val="504C49"/>
                </a:solidFill>
                <a:latin typeface="Source Han Sans JP Bold" pitchFamily="0" charset="1"/>
                <a:ea typeface="Source Han Sans JP Bold" pitchFamily="0" charset="1"/>
                <a:cs typeface="Source Han Sans JP Bold" pitchFamily="0" charset="1"/>
              </a:rPr>
              <a:t>4,000 лв. (еднократно)</a:t>
            </a:r>
            <a:endParaRPr lang="en-us" sz="1435" b="1" cap="none">
              <a:solidFill>
                <a:srgbClr val="504C49"/>
              </a:solidFill>
              <a:latin typeface="Source Han Sans JP Bold" pitchFamily="0" charset="1"/>
              <a:ea typeface="Source Han Sans JP Bold" pitchFamily="0" charset="1"/>
              <a:cs typeface="Source Han Sans JP Bold" pitchFamily="0" charset="1"/>
            </a:endParaRPr>
          </a:p>
        </p:txBody>
      </p:sp>
      <p:sp>
        <p:nvSpPr>
          <p:cNvPr id="19" name="TextBox 19"/>
          <p:cNvSpPr>
            <a:extLst>
              <a:ext uri="smNativeData">
                <pr:smNativeData xmlns:pr="smNativeData" xmlns="smNativeData" val="SMDATA_15_NH3EaB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FO4DQw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RgUAALwcAABqNgAA+x4AABAgAAAmAAAACAAAAP//////////"/>
              </a:ext>
            </a:extLst>
          </p:cNvSpPr>
          <p:nvPr/>
        </p:nvSpPr>
        <p:spPr>
          <a:xfrm>
            <a:off x="857250" y="4671060"/>
            <a:ext cx="7988300" cy="3651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 lvl="1" marL="216535" indent="-108585" algn="l">
              <a:lnSpc>
                <a:spcPts val="2310"/>
              </a:lnSpc>
              <a:buFont typeface="Arial" pitchFamily="2" charset="0"/>
              <a:buChar char="•"/>
              <a:defRPr lang="en-us"/>
            </a:pPr>
            <a:r>
              <a:rPr lang="en-us" sz="1435" cap="none">
                <a:solidFill>
                  <a:srgbClr val="504C49"/>
                </a:solidFill>
                <a:latin typeface="Source Han Sans JP" pitchFamily="0" charset="1"/>
                <a:ea typeface="Source Han Sans JP" pitchFamily="0" charset="1"/>
                <a:cs typeface="Source Han Sans JP" pitchFamily="0" charset="1"/>
              </a:rPr>
              <a:t>Мрежово оборудване: </a:t>
            </a:r>
            <a:r>
              <a:rPr lang="en-us" sz="1435" b="1" cap="none">
                <a:solidFill>
                  <a:srgbClr val="504C49"/>
                </a:solidFill>
                <a:latin typeface="Source Han Sans JP Bold" pitchFamily="0" charset="1"/>
                <a:ea typeface="Source Han Sans JP Bold" pitchFamily="0" charset="1"/>
                <a:cs typeface="Source Han Sans JP Bold" pitchFamily="0" charset="1"/>
              </a:rPr>
              <a:t>500 лв. (еднократно)</a:t>
            </a:r>
            <a:endParaRPr lang="en-us" sz="1435" b="1" cap="none">
              <a:solidFill>
                <a:srgbClr val="504C49"/>
              </a:solidFill>
              <a:latin typeface="Source Han Sans JP Bold" pitchFamily="0" charset="1"/>
              <a:ea typeface="Source Han Sans JP Bold" pitchFamily="0" charset="1"/>
              <a:cs typeface="Source Han Sans JP Bold" pitchFamily="0" charset="1"/>
            </a:endParaRPr>
          </a:p>
        </p:txBody>
      </p:sp>
      <p:grpSp>
        <p:nvGrpSpPr>
          <p:cNvPr id="20" name="Group 20"/>
          <p:cNvGrpSpPr>
            <a:extLst>
              <a:ext uri="smNativeData">
                <pr:smNativeData xmlns:pr="smNativeData" xmlns="smNativeData" val="SMDATA_6_NH3EaBMAAAAlAAAAAQAAAA8BAAAAkAAAAEgAAACQAAAASAAAAAAAAAAAAAAAAAAAABcAAAAUAAAAAAAAAAAAAAD/fwAA/38AAAAAAAAJAAAABAAAAOj///8fAAAAVAAAAAAAAAAAAAAAAAAAAAAAAAAAAAAAAAAAAAAAAAAAAAAAAAAAAAAAAAAAAAAAAAAAAAAAAAAAAAAAAAAAAAAAAAAAAAAAAAAAAAAAAAAAAAAAAAAAACEAAAAYAAAAFAAAAMM4AAAVDQAAjGwAAIkiAAAQAAAAJgAAAAgAAAD/////AAAAAA=="/>
              </a:ext>
            </a:extLst>
          </p:cNvGrpSpPr>
          <p:nvPr/>
        </p:nvGrpSpPr>
        <p:grpSpPr>
          <a:xfrm>
            <a:off x="9227185" y="2126615"/>
            <a:ext cx="8418195" cy="3487420"/>
            <a:chOff x="9227185" y="2126615"/>
            <a:chExt cx="8418195" cy="3487420"/>
          </a:xfrm>
        </p:grpSpPr>
        <p:sp>
          <p:nvSpPr>
            <p:cNvPr id="22" name="Freeform 21"/>
            <p:cNvSpPr>
              <a:extLst>
                <a:ext uri="smNativeData">
                  <pr:smNativeData xmlns:pr="smNativeData" xmlns="smNativeData" val="SMDATA_15_NH3EaBMAAAAlAAAACwAAAA0AAAAAFAAAABQAAAD4RAAAhhwAAAAAAAAAAAAAAAAAAAEAAABQAAAAAAAAAAAA4D8AAAAAAADgPwAAAAAAAOA/AAAAAAAA4D8AAAAAAADgPwAAAAAAAOA/AAAAAAAA4D8AAAAAAADgPwAAAAAAAOA/AAAAAAAA4D8CAAAAjAAAAAE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GXjYgY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0jgAACQNAAB9bAAAeiIAAAAAAAAmAAAACAAAAP//////////"/>
                </a:ext>
              </a:extLst>
            </p:cNvSpPr>
            <p:nvPr/>
          </p:nvSpPr>
          <p:spPr>
            <a:xfrm>
              <a:off x="9236710" y="2136140"/>
              <a:ext cx="8399145" cy="3468370"/>
            </a:xfrm>
            <a:custGeom>
              <a:avLst/>
              <a:gdLst/>
              <a:ahLst/>
              <a:cxnLst/>
              <a:rect l="0" t="0" r="8399145" b="3468370"/>
              <a:pathLst>
                <a:path w="8399145" h="3468370">
                  <a:moveTo>
                    <a:pt x="0" y="27911"/>
                  </a:moveTo>
                  <a:cubicBezTo>
                    <a:pt x="0" y="12479"/>
                    <a:pt x="12573" y="0"/>
                    <a:pt x="28004" y="0"/>
                  </a:cubicBezTo>
                  <a:lnTo>
                    <a:pt x="8371140" y="0"/>
                  </a:lnTo>
                  <a:cubicBezTo>
                    <a:pt x="8386666" y="0"/>
                    <a:pt x="8399145" y="12479"/>
                    <a:pt x="8399145" y="27911"/>
                  </a:cubicBezTo>
                  <a:lnTo>
                    <a:pt x="8399145" y="3440459"/>
                  </a:lnTo>
                  <a:cubicBezTo>
                    <a:pt x="8399145" y="3455891"/>
                    <a:pt x="8386571" y="3468370"/>
                    <a:pt x="8371140" y="3468370"/>
                  </a:cubicBezTo>
                  <a:lnTo>
                    <a:pt x="28004" y="3468370"/>
                  </a:lnTo>
                  <a:cubicBezTo>
                    <a:pt x="12478" y="3468370"/>
                    <a:pt x="0" y="3455891"/>
                    <a:pt x="0" y="344045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</p:sp>
        <p:sp>
          <p:nvSpPr>
            <p:cNvPr id="21" name="Freeform 22"/>
            <p:cNvSpPr>
              <a:extLst>
                <a:ext uri="smNativeData">
                  <pr:smNativeData xmlns:pr="smNativeData" xmlns="smNativeData" val="SMDATA_15_NH3EaBMAAAAlAAAACwAAAA0AAAAAAAAAAAAAAAAMRQAAmhwAAAAAAAAAAAAAAAAAAAEAAABQAAAAAAAAAAAA4D8AAAAAAADgPwAAAAAAAOA/AAAAAAAA4D8AAAAAAADgPwAAAAAAAOA/AAAAAAAA4D8AAAAAAADgPwAAAAAAAOA/AAAAAAAA4D8CAAAAjAAAAAEAAAAAAAAA2NTU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GE6Ym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2NTUAP///wEAAAAAAAAAAAAAAAAAAAAAAAAAAAAAAAAAAAAAAAAAAAAAAAB/f38A7uzhA8zMzADAwP8Af39/AAAAAAAAAAAAAAAAAAAAAAAAAAAAIQAAABgAAAAUAAAAwzgAABUNAACMbAAAiSIAAAAAAAAmAAAACAAAAP//////////"/>
                </a:ext>
              </a:extLst>
            </p:cNvSpPr>
            <p:nvPr/>
          </p:nvSpPr>
          <p:spPr>
            <a:xfrm>
              <a:off x="9227185" y="2126615"/>
              <a:ext cx="8418195" cy="3487420"/>
            </a:xfrm>
            <a:custGeom>
              <a:avLst/>
              <a:gdLst/>
              <a:ahLst/>
              <a:cxnLst/>
              <a:rect l="0" t="0" r="8418195" b="3487420"/>
              <a:pathLst>
                <a:path w="8418195" h="3487420">
                  <a:moveTo>
                    <a:pt x="0" y="37437"/>
                  </a:moveTo>
                  <a:cubicBezTo>
                    <a:pt x="0" y="16766"/>
                    <a:pt x="16859" y="0"/>
                    <a:pt x="37529" y="0"/>
                  </a:cubicBezTo>
                  <a:lnTo>
                    <a:pt x="8380665" y="0"/>
                  </a:lnTo>
                  <a:lnTo>
                    <a:pt x="8380665" y="9526"/>
                  </a:lnTo>
                  <a:lnTo>
                    <a:pt x="8380665" y="0"/>
                  </a:lnTo>
                  <a:cubicBezTo>
                    <a:pt x="8401430" y="0"/>
                    <a:pt x="8418195" y="16766"/>
                    <a:pt x="8418195" y="37437"/>
                  </a:cubicBezTo>
                  <a:lnTo>
                    <a:pt x="8408669" y="37437"/>
                  </a:lnTo>
                  <a:lnTo>
                    <a:pt x="8418195" y="37437"/>
                  </a:lnTo>
                  <a:lnTo>
                    <a:pt x="8418195" y="3449983"/>
                  </a:lnTo>
                  <a:lnTo>
                    <a:pt x="8408669" y="3449983"/>
                  </a:lnTo>
                  <a:lnTo>
                    <a:pt x="8418195" y="3449983"/>
                  </a:lnTo>
                  <a:cubicBezTo>
                    <a:pt x="8418195" y="3470750"/>
                    <a:pt x="8401335" y="3487420"/>
                    <a:pt x="8380665" y="3487420"/>
                  </a:cubicBezTo>
                  <a:lnTo>
                    <a:pt x="8380665" y="3477894"/>
                  </a:lnTo>
                  <a:lnTo>
                    <a:pt x="8380665" y="3487420"/>
                  </a:lnTo>
                  <a:lnTo>
                    <a:pt x="37529" y="3487420"/>
                  </a:lnTo>
                  <a:lnTo>
                    <a:pt x="37529" y="3477894"/>
                  </a:lnTo>
                  <a:lnTo>
                    <a:pt x="37529" y="3487420"/>
                  </a:lnTo>
                  <a:cubicBezTo>
                    <a:pt x="16764" y="3487420"/>
                    <a:pt x="0" y="3470654"/>
                    <a:pt x="0" y="3449983"/>
                  </a:cubicBezTo>
                  <a:lnTo>
                    <a:pt x="0" y="37437"/>
                  </a:lnTo>
                  <a:lnTo>
                    <a:pt x="9525" y="37437"/>
                  </a:lnTo>
                  <a:lnTo>
                    <a:pt x="0" y="37437"/>
                  </a:lnTo>
                  <a:moveTo>
                    <a:pt x="19050" y="37437"/>
                  </a:moveTo>
                  <a:lnTo>
                    <a:pt x="19050" y="3449983"/>
                  </a:lnTo>
                  <a:lnTo>
                    <a:pt x="9525" y="3449983"/>
                  </a:lnTo>
                  <a:lnTo>
                    <a:pt x="19050" y="3449983"/>
                  </a:lnTo>
                  <a:cubicBezTo>
                    <a:pt x="19050" y="3460176"/>
                    <a:pt x="27337" y="3468368"/>
                    <a:pt x="37529" y="3468368"/>
                  </a:cubicBezTo>
                  <a:lnTo>
                    <a:pt x="8380665" y="3468368"/>
                  </a:lnTo>
                  <a:cubicBezTo>
                    <a:pt x="8390953" y="3468368"/>
                    <a:pt x="8399144" y="3460081"/>
                    <a:pt x="8399144" y="3449983"/>
                  </a:cubicBezTo>
                  <a:lnTo>
                    <a:pt x="8399144" y="37437"/>
                  </a:lnTo>
                  <a:cubicBezTo>
                    <a:pt x="8399144" y="27244"/>
                    <a:pt x="8390857" y="19052"/>
                    <a:pt x="8380665" y="19052"/>
                  </a:cubicBezTo>
                  <a:lnTo>
                    <a:pt x="37529" y="19052"/>
                  </a:lnTo>
                  <a:lnTo>
                    <a:pt x="37529" y="9526"/>
                  </a:lnTo>
                  <a:lnTo>
                    <a:pt x="37529" y="19052"/>
                  </a:lnTo>
                  <a:cubicBezTo>
                    <a:pt x="27337" y="19052"/>
                    <a:pt x="19050" y="27339"/>
                    <a:pt x="19050" y="37437"/>
                  </a:cubicBezTo>
                  <a:close/>
                </a:path>
              </a:pathLst>
            </a:custGeom>
            <a:solidFill>
              <a:srgbClr val="D8D4D4"/>
            </a:solidFill>
            <a:ln>
              <a:noFill/>
            </a:ln>
            <a:effectLst/>
          </p:spPr>
        </p:sp>
      </p:grpSp>
      <p:grpSp>
        <p:nvGrpSpPr>
          <p:cNvPr id="23" name="Group 23"/>
          <p:cNvGrpSpPr>
            <a:extLst>
              <a:ext uri="smNativeData">
                <pr:smNativeData xmlns:pr="smNativeData" xmlns="smNativeData" val="SMDATA_6_NH3EaBMAAAAlAAAAAQAAAA8BAAAAkAAAAEgAAACQAAAASAAAAAAAAAAAAAAAAAAAABcAAAAUAAAAAAAAAAAAAAD/fwAA/38AAAAAAAAJAAAABAAAANr///8fAAAAVAAAAAAAAAAAAAAAAAAAAAAAAAAAAAAAAAAAAAAAAAAAAAAAAAAAAAAAAAAAAAAAAAAAAAAAAAAAAAAAAAAAAAAAAAAAAAAAAAAAAAAAAAAAAAAAAAAAACEAAAAYAAAAFAAAAPA4AABCDQAAX2wAALMQAAAQAAAAJgAAAAgAAAD/////AAAAAA=="/>
              </a:ext>
            </a:extLst>
          </p:cNvGrpSpPr>
          <p:nvPr/>
        </p:nvGrpSpPr>
        <p:grpSpPr>
          <a:xfrm>
            <a:off x="9255760" y="2155190"/>
            <a:ext cx="8361045" cy="559435"/>
            <a:chOff x="9255760" y="2155190"/>
            <a:chExt cx="8361045" cy="559435"/>
          </a:xfrm>
        </p:grpSpPr>
        <p:sp>
          <p:nvSpPr>
            <p:cNvPr id="24" name="Freeform 24"/>
            <p:cNvSpPr>
              <a:extLst>
                <a:ext uri="smNativeData">
                  <pr:smNativeData xmlns:pr="smNativeData" xmlns="smNativeData" val="SMDATA_15_NH3EaBMAAAAlAAAACwAAAA0AAAAAAAAAAAAAAACURAAAlQQAAAAAAAAAAAAAAAAAAAEAAABQAAAAAAAAAAAA4D8AAAAAAADgPwAAAAAAAOA/AAAAAAAA4D8AAAAAAADgPwAAAAAAAOA/AAAAAAAA4D8AAAAAAADgPwAAAAAAAOA/AAAAAAAA4D8CAAAAjAAAAAEAAAAAAAAA+ff3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HN0cmU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+ff3AP///wEAAAAAAAAAAAAAAAAAAAAAAAAAAAAAAAAAAAAAAAAAAAAAAAB/f38A7uzhA8zMzADAwP8Af39/AAAAAAAAAAAAAAAAAAAAAAAAAAAAIQAAABgAAAAUAAAA8DgAAEINAABfbAAAsxAAAAAAAAAmAAAACAAAAP//////////"/>
                </a:ext>
              </a:extLst>
            </p:cNvSpPr>
            <p:nvPr/>
          </p:nvSpPr>
          <p:spPr>
            <a:xfrm>
              <a:off x="9255760" y="2155190"/>
              <a:ext cx="8361045" cy="559435"/>
            </a:xfrm>
            <a:custGeom>
              <a:avLst/>
              <a:gdLst/>
              <a:ahLst/>
              <a:cxnLst/>
              <a:rect l="0" t="0" r="8361045" b="559435"/>
              <a:pathLst>
                <a:path w="8361045" h="559435">
                  <a:moveTo>
                    <a:pt x="0" y="5054"/>
                  </a:moveTo>
                  <a:cubicBezTo>
                    <a:pt x="0" y="2288"/>
                    <a:pt x="2286" y="0"/>
                    <a:pt x="5048" y="0"/>
                  </a:cubicBezTo>
                  <a:lnTo>
                    <a:pt x="8355996" y="0"/>
                  </a:lnTo>
                  <a:cubicBezTo>
                    <a:pt x="8358758" y="0"/>
                    <a:pt x="8361045" y="2288"/>
                    <a:pt x="8361045" y="5054"/>
                  </a:cubicBezTo>
                  <a:lnTo>
                    <a:pt x="8361045" y="554380"/>
                  </a:lnTo>
                  <a:cubicBezTo>
                    <a:pt x="8361045" y="557146"/>
                    <a:pt x="8358758" y="559435"/>
                    <a:pt x="8355996" y="559435"/>
                  </a:cubicBezTo>
                  <a:lnTo>
                    <a:pt x="5048" y="559435"/>
                  </a:lnTo>
                  <a:cubicBezTo>
                    <a:pt x="2286" y="559435"/>
                    <a:pt x="0" y="557146"/>
                    <a:pt x="0" y="554380"/>
                  </a:cubicBezTo>
                  <a:close/>
                </a:path>
              </a:pathLst>
            </a:custGeom>
            <a:solidFill>
              <a:srgbClr val="F9F7F7"/>
            </a:solidFill>
            <a:ln>
              <a:noFill/>
            </a:ln>
            <a:effectLst/>
          </p:spPr>
        </p:sp>
      </p:grpSp>
      <p:grpSp>
        <p:nvGrpSpPr>
          <p:cNvPr id="25" name="Group 25"/>
          <p:cNvGrpSpPr>
            <a:extLst>
              <a:ext uri="smNativeData">
                <pr:smNativeData xmlns:pr="smNativeData" xmlns="smNativeData" val="SMDATA_6_NH3EaBMAAAAlAAAAAQAAAA8BAAAAkAAAAEgAAACQAAAASAAAAAAAAAAAAAAAAAAAABcAAAAUAAAAAAAAAAAAAAD/fwAA/38AAAAAAAAJAAAABAAAAPT///8fAAAAVAAAAAAAAAAAAAAAAAAAAAAAAAAAAAAAAAAAAAAAAAAAAAAAAAAAAAAAAAAAAAAAAAAAAAAAAAAAAAAAAAAAAAAAAAAAAAAAAAAAAAAAAAAAAAAAAAAAACEAAAAYAAAAFAAAAMxRAADnDQAAhFMAAA4QAAAQAAAAJgAAAAgAAAD/////AAAAAA=="/>
              </a:ext>
            </a:extLst>
          </p:cNvGrpSpPr>
          <p:nvPr/>
        </p:nvGrpSpPr>
        <p:grpSpPr>
          <a:xfrm>
            <a:off x="13296900" y="2259965"/>
            <a:ext cx="279400" cy="349885"/>
            <a:chOff x="13296900" y="2259965"/>
            <a:chExt cx="279400" cy="349885"/>
          </a:xfrm>
        </p:grpSpPr>
        <p:sp>
          <p:nvSpPr>
            <p:cNvPr id="26" name="Freeform 26" descr="preencoded.png"/>
            <p:cNvSpPr>
              <a:extLst>
                <a:ext uri="smNativeData">
                  <pr:smNativeData xmlns:pr="smNativeData" xmlns="smNativeData" val="SMDATA_15_NH3EaBMAAAAlAAAACwAAAA0AAAAAAAAAAAAAAABLAgAA3QIAAAAAAAAAAAAAAAAAAAEAAABQAAAAAAAAAAAA4D8AAAAAAADgPwAAAAAAAOA/AAAAAAAA4D8AAAAAAADgPwAAAAAAAOA/AAAAAAAA4D8AAAAAAADgPwAAAAAAAOA/AAAAAAAA4D8CAAAAjAAAAAEAAAACAAAA////AP///wgAAAAAAAAAAIf+sIRjNiVHll1yB1N8ZL8B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CIgVHkeAAAAaAAAAAAAAAAAAAAAm////wAAAACa////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zFEAAOcNAACEUwAADhAAAAAAAAAmAAAACAAAAP//////////"/>
                </a:ext>
              </a:extLst>
            </p:cNvSpPr>
            <p:nvPr/>
          </p:nvSpPr>
          <p:spPr>
            <a:xfrm>
              <a:off x="13296900" y="2259965"/>
              <a:ext cx="279400" cy="349885"/>
            </a:xfrm>
            <a:custGeom>
              <a:avLst/>
              <a:gdLst/>
              <a:ahLst/>
              <a:cxnLst/>
              <a:rect l="0" t="0" r="279400" b="349885"/>
              <a:pathLst>
                <a:path w="279400" h="349885">
                  <a:moveTo>
                    <a:pt x="0" y="0"/>
                  </a:moveTo>
                  <a:lnTo>
                    <a:pt x="279400" y="0"/>
                  </a:lnTo>
                  <a:lnTo>
                    <a:pt x="279400" y="349885"/>
                  </a:lnTo>
                  <a:lnTo>
                    <a:pt x="0" y="3498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rcRect/>
              <a:stretch>
                <a:fillRect l="0" t="-1010" r="0" b="-1020"/>
              </a:stretch>
            </a:blipFill>
            <a:ln>
              <a:noFill/>
            </a:ln>
            <a:effectLst/>
          </p:spPr>
        </p:sp>
      </p:grpSp>
      <p:sp>
        <p:nvSpPr>
          <p:cNvPr id="27" name="TextBox 27"/>
          <p:cNvSpPr>
            <a:extLst>
              <a:ext uri="smNativeData">
                <pr:smNativeData xmlns:pr="smNativeData" xmlns="smNativeData" val="SMDATA_15_NH3EaB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PYWnRY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FjoAAKsRAABpSAAAohMAABAgAAAmAAAACAAAAP//////////"/>
              </a:ext>
            </a:extLst>
          </p:cNvSpPr>
          <p:nvPr/>
        </p:nvSpPr>
        <p:spPr>
          <a:xfrm>
            <a:off x="9442450" y="2872105"/>
            <a:ext cx="2328545" cy="31940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 algn="l">
              <a:lnSpc>
                <a:spcPts val="2245"/>
              </a:lnSpc>
              <a:defRPr lang="en-us"/>
            </a:pPr>
            <a:r>
              <a:rPr lang="en-us" cap="none">
                <a:solidFill>
                  <a:srgbClr val="504C49"/>
                </a:solidFill>
                <a:latin typeface="Arimo" pitchFamily="0" charset="1"/>
                <a:ea typeface="Arimo" pitchFamily="0" charset="1"/>
                <a:cs typeface="Arimo" pitchFamily="0" charset="1"/>
              </a:rPr>
              <a:t>Софтуер и лицензи</a:t>
            </a:r>
            <a:endParaRPr lang="en-us" cap="none">
              <a:solidFill>
                <a:srgbClr val="504C49"/>
              </a:solidFill>
              <a:latin typeface="Arimo" pitchFamily="0" charset="1"/>
              <a:ea typeface="Arimo" pitchFamily="0" charset="1"/>
              <a:cs typeface="Arimo" pitchFamily="0" charset="1"/>
            </a:endParaRPr>
          </a:p>
        </p:txBody>
      </p:sp>
      <p:sp>
        <p:nvSpPr>
          <p:cNvPr id="28" name="TextBox 28"/>
          <p:cNvSpPr>
            <a:extLst>
              <a:ext uri="smNativeData">
                <pr:smNativeData xmlns:pr="smNativeData" xmlns="smNativeData" val="SMDATA_15_NH3EaB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DwvYTo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FjoAAOkTAAA6awAA/RcAABAgAAAmAAAACAAAAP//////////"/>
              </a:ext>
            </a:extLst>
          </p:cNvSpPr>
          <p:nvPr/>
        </p:nvSpPr>
        <p:spPr>
          <a:xfrm>
            <a:off x="9442450" y="3236595"/>
            <a:ext cx="7988300" cy="6629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 algn="l">
              <a:lnSpc>
                <a:spcPts val="2310"/>
              </a:lnSpc>
              <a:defRPr lang="en-us"/>
            </a:pPr>
            <a:r>
              <a:rPr lang="en-us" sz="1435" cap="none">
                <a:solidFill>
                  <a:srgbClr val="504C49"/>
                </a:solidFill>
                <a:latin typeface="Source Han Sans JP" pitchFamily="0" charset="1"/>
                <a:ea typeface="Source Han Sans JP" pitchFamily="0" charset="1"/>
                <a:cs typeface="Source Han Sans JP" pitchFamily="0" charset="1"/>
              </a:rPr>
              <a:t>Разходи за платформи, инструменти и сертификати, осигуряващи сигурност и функционалност:</a:t>
            </a:r>
            <a:endParaRPr lang="en-us" sz="1435" cap="none">
              <a:solidFill>
                <a:srgbClr val="504C49"/>
              </a:solidFill>
              <a:latin typeface="Source Han Sans JP" pitchFamily="0" charset="1"/>
              <a:ea typeface="Source Han Sans JP" pitchFamily="0" charset="1"/>
              <a:cs typeface="Source Han Sans JP" pitchFamily="0" charset="1"/>
            </a:endParaRPr>
          </a:p>
        </p:txBody>
      </p:sp>
      <p:sp>
        <p:nvSpPr>
          <p:cNvPr id="29" name="TextBox 29"/>
          <p:cNvSpPr>
            <a:extLst>
              <a:ext uri="smNativeData">
                <pr:smNativeData xmlns:pr="smNativeData" xmlns="smNativeData" val="SMDATA_15_NH3EaB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DUwIi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FjoAAEQYAAA6awAAgxoAABAgAAAmAAAACAAAAP//////////"/>
              </a:ext>
            </a:extLst>
          </p:cNvSpPr>
          <p:nvPr/>
        </p:nvSpPr>
        <p:spPr>
          <a:xfrm>
            <a:off x="9442450" y="3944620"/>
            <a:ext cx="7988300" cy="3651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 lvl="1" marL="216535" indent="-108585" algn="l">
              <a:lnSpc>
                <a:spcPts val="2310"/>
              </a:lnSpc>
              <a:buFont typeface="Arial" pitchFamily="2" charset="0"/>
              <a:buChar char="•"/>
              <a:defRPr lang="en-us"/>
            </a:pPr>
            <a:r>
              <a:rPr lang="en-us" sz="1435" cap="none">
                <a:solidFill>
                  <a:srgbClr val="504C49"/>
                </a:solidFill>
                <a:latin typeface="Source Han Sans JP" pitchFamily="0" charset="1"/>
                <a:ea typeface="Source Han Sans JP" pitchFamily="0" charset="1"/>
                <a:cs typeface="Source Han Sans JP" pitchFamily="0" charset="1"/>
              </a:rPr>
              <a:t>Платформа (Shopify/WooCommerce): </a:t>
            </a:r>
            <a:r>
              <a:rPr lang="en-us" sz="1435" b="1" cap="none">
                <a:solidFill>
                  <a:srgbClr val="504C49"/>
                </a:solidFill>
                <a:latin typeface="Source Han Sans JP Bold" pitchFamily="0" charset="1"/>
                <a:ea typeface="Source Han Sans JP Bold" pitchFamily="0" charset="1"/>
                <a:cs typeface="Source Han Sans JP Bold" pitchFamily="0" charset="1"/>
              </a:rPr>
              <a:t>60 лв./месец</a:t>
            </a:r>
            <a:endParaRPr lang="en-us" sz="1435" b="1" cap="none">
              <a:solidFill>
                <a:srgbClr val="504C49"/>
              </a:solidFill>
              <a:latin typeface="Source Han Sans JP Bold" pitchFamily="0" charset="1"/>
              <a:ea typeface="Source Han Sans JP Bold" pitchFamily="0" charset="1"/>
              <a:cs typeface="Source Han Sans JP Bold" pitchFamily="0" charset="1"/>
            </a:endParaRPr>
          </a:p>
        </p:txBody>
      </p:sp>
      <p:sp>
        <p:nvSpPr>
          <p:cNvPr id="30" name="TextBox 30"/>
          <p:cNvSpPr>
            <a:extLst>
              <a:ext uri="smNativeData">
                <pr:smNativeData xmlns:pr="smNativeData" xmlns="smNativeData" val="SMDATA_15_NH3EaB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OoTKlk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FjoAAIAaAAA6awAAvxwAABAgAAAmAAAACAAAAP//////////"/>
              </a:ext>
            </a:extLst>
          </p:cNvSpPr>
          <p:nvPr/>
        </p:nvSpPr>
        <p:spPr>
          <a:xfrm>
            <a:off x="9442450" y="4307840"/>
            <a:ext cx="7988300" cy="3651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 lvl="1" marL="216535" indent="-108585" algn="l">
              <a:lnSpc>
                <a:spcPts val="2310"/>
              </a:lnSpc>
              <a:buFont typeface="Arial" pitchFamily="2" charset="0"/>
              <a:buChar char="•"/>
              <a:defRPr lang="en-us"/>
            </a:pPr>
            <a:r>
              <a:rPr lang="en-us" sz="1435" cap="none">
                <a:solidFill>
                  <a:srgbClr val="504C49"/>
                </a:solidFill>
                <a:latin typeface="Source Han Sans JP" pitchFamily="0" charset="1"/>
                <a:ea typeface="Source Han Sans JP" pitchFamily="0" charset="1"/>
                <a:cs typeface="Source Han Sans JP" pitchFamily="0" charset="1"/>
              </a:rPr>
              <a:t>SSL сертификат: </a:t>
            </a:r>
            <a:r>
              <a:rPr lang="en-us" sz="1435" b="1" cap="none">
                <a:solidFill>
                  <a:srgbClr val="504C49"/>
                </a:solidFill>
                <a:latin typeface="Source Han Sans JP Bold" pitchFamily="0" charset="1"/>
                <a:ea typeface="Source Han Sans JP Bold" pitchFamily="0" charset="1"/>
                <a:cs typeface="Source Han Sans JP Bold" pitchFamily="0" charset="1"/>
              </a:rPr>
              <a:t>100 лв. (годишно, еднократно)</a:t>
            </a:r>
            <a:endParaRPr lang="en-us" sz="1435" b="1" cap="none">
              <a:solidFill>
                <a:srgbClr val="504C49"/>
              </a:solidFill>
              <a:latin typeface="Source Han Sans JP Bold" pitchFamily="0" charset="1"/>
              <a:ea typeface="Source Han Sans JP Bold" pitchFamily="0" charset="1"/>
              <a:cs typeface="Source Han Sans JP Bold" pitchFamily="0" charset="1"/>
            </a:endParaRPr>
          </a:p>
        </p:txBody>
      </p:sp>
      <p:sp>
        <p:nvSpPr>
          <p:cNvPr id="31" name="TextBox 31"/>
          <p:cNvSpPr>
            <a:extLst>
              <a:ext uri="smNativeData">
                <pr:smNativeData xmlns:pr="smNativeData" xmlns="smNativeData" val="SMDATA_15_NH3EaB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FNhbnM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FjoAALwcAAA6awAA+x4AABAgAAAmAAAACAAAAP//////////"/>
              </a:ext>
            </a:extLst>
          </p:cNvSpPr>
          <p:nvPr/>
        </p:nvSpPr>
        <p:spPr>
          <a:xfrm>
            <a:off x="9442450" y="4671060"/>
            <a:ext cx="7988300" cy="3651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 lvl="1" marL="216535" indent="-108585" algn="l">
              <a:lnSpc>
                <a:spcPts val="2310"/>
              </a:lnSpc>
              <a:buFont typeface="Arial" pitchFamily="2" charset="0"/>
              <a:buChar char="•"/>
              <a:defRPr lang="en-us"/>
            </a:pPr>
            <a:r>
              <a:rPr lang="en-us" sz="1435" cap="none">
                <a:solidFill>
                  <a:srgbClr val="504C49"/>
                </a:solidFill>
                <a:latin typeface="Source Han Sans JP" pitchFamily="0" charset="1"/>
                <a:ea typeface="Source Han Sans JP" pitchFamily="0" charset="1"/>
                <a:cs typeface="Source Han Sans JP" pitchFamily="0" charset="1"/>
              </a:rPr>
              <a:t>Лицензи : </a:t>
            </a:r>
            <a:r>
              <a:rPr lang="en-us" sz="1435" b="1" cap="none">
                <a:solidFill>
                  <a:srgbClr val="504C49"/>
                </a:solidFill>
                <a:latin typeface="Source Han Sans JP Bold" pitchFamily="0" charset="1"/>
                <a:ea typeface="Source Han Sans JP Bold" pitchFamily="0" charset="1"/>
                <a:cs typeface="Source Han Sans JP Bold" pitchFamily="0" charset="1"/>
              </a:rPr>
              <a:t>500 лв. (годишно, еднократно)</a:t>
            </a:r>
            <a:endParaRPr lang="en-us" sz="1435" b="1" cap="none">
              <a:solidFill>
                <a:srgbClr val="504C49"/>
              </a:solidFill>
              <a:latin typeface="Source Han Sans JP Bold" pitchFamily="0" charset="1"/>
              <a:ea typeface="Source Han Sans JP Bold" pitchFamily="0" charset="1"/>
              <a:cs typeface="Source Han Sans JP Bold" pitchFamily="0" charset="1"/>
            </a:endParaRPr>
          </a:p>
        </p:txBody>
      </p:sp>
      <p:sp>
        <p:nvSpPr>
          <p:cNvPr id="32" name="TextBox 32"/>
          <p:cNvSpPr>
            <a:extLst>
              <a:ext uri="smNativeData">
                <pr:smNativeData xmlns:pr="smNativeData" xmlns="smNativeData" val="SMDATA_15_NH3EaB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Jm4zMM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FjoAAPgeAAA6awAANyEAABAgAAAmAAAACAAAAP//////////"/>
              </a:ext>
            </a:extLst>
          </p:cNvSpPr>
          <p:nvPr/>
        </p:nvSpPr>
        <p:spPr>
          <a:xfrm>
            <a:off x="9442450" y="5034280"/>
            <a:ext cx="7988300" cy="3651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 lvl="1" marL="216535" indent="-108585" algn="l">
              <a:lnSpc>
                <a:spcPts val="2310"/>
              </a:lnSpc>
              <a:buFont typeface="Arial" pitchFamily="2" charset="0"/>
              <a:buChar char="•"/>
              <a:defRPr lang="en-us"/>
            </a:pPr>
            <a:r>
              <a:rPr lang="en-us" sz="1435" cap="none">
                <a:solidFill>
                  <a:srgbClr val="504C49"/>
                </a:solidFill>
                <a:latin typeface="Source Han Sans JP" pitchFamily="0" charset="1"/>
                <a:ea typeface="Source Han Sans JP" pitchFamily="0" charset="1"/>
                <a:cs typeface="Source Han Sans JP" pitchFamily="0" charset="1"/>
              </a:rPr>
              <a:t>Домейн: </a:t>
            </a:r>
            <a:r>
              <a:rPr lang="en-us" sz="1435" b="1" cap="none">
                <a:solidFill>
                  <a:srgbClr val="504C49"/>
                </a:solidFill>
                <a:latin typeface="Source Han Sans JP Bold" pitchFamily="0" charset="1"/>
                <a:ea typeface="Source Han Sans JP Bold" pitchFamily="0" charset="1"/>
                <a:cs typeface="Source Han Sans JP Bold" pitchFamily="0" charset="1"/>
              </a:rPr>
              <a:t>30 лв. (годишно, еднократно)</a:t>
            </a:r>
            <a:endParaRPr lang="en-us" sz="1435" b="1" cap="none">
              <a:solidFill>
                <a:srgbClr val="504C49"/>
              </a:solidFill>
              <a:latin typeface="Source Han Sans JP Bold" pitchFamily="0" charset="1"/>
              <a:ea typeface="Source Han Sans JP Bold" pitchFamily="0" charset="1"/>
              <a:cs typeface="Source Han Sans JP Bold" pitchFamily="0" charset="1"/>
            </a:endParaRPr>
          </a:p>
        </p:txBody>
      </p:sp>
      <p:grpSp>
        <p:nvGrpSpPr>
          <p:cNvPr id="33" name="Group 33"/>
          <p:cNvGrpSpPr>
            <a:extLst>
              <a:ext uri="smNativeData">
                <pr:smNativeData xmlns:pr="smNativeData" xmlns="smNativeData" val="SMDATA_6_NH3EaBMAAAAlAAAAAQAAAA8BAAAAkAAAAEgAAACQAAAASAAAAAAAAAAAAAAAAAAAABcAAAAUAAAAAAAAAAAAAAD/fwAA/38AAAAAAAAJAAAABAAAANv///8fAAAAVAAAAAAAAAAAAAAAAAAAAAAAAAAAAAAAAAAAAAAAAAAAAAAAAAAAAAAAAAAAAAAAAAAAAAAAAAAAAAAAAAAAAAAAAAAAAAAAAAAAAAAAAAAAAAAAAAAAACEAAAAYAAAAFAAAAPQDAACQIwAAvDcAAPI0AAAQAAAAJgAAAAgAAAD/////AAAAAA=="/>
              </a:ext>
            </a:extLst>
          </p:cNvGrpSpPr>
          <p:nvPr/>
        </p:nvGrpSpPr>
        <p:grpSpPr>
          <a:xfrm>
            <a:off x="642620" y="5781040"/>
            <a:ext cx="8417560" cy="2825750"/>
            <a:chOff x="642620" y="5781040"/>
            <a:chExt cx="8417560" cy="2825750"/>
          </a:xfrm>
        </p:grpSpPr>
        <p:sp>
          <p:nvSpPr>
            <p:cNvPr id="35" name="Freeform 34"/>
            <p:cNvSpPr>
              <a:extLst>
                <a:ext uri="smNativeData">
                  <pr:smNativeData xmlns:pr="smNativeData" xmlns="smNativeData" val="SMDATA_15_NH3EaBMAAAAlAAAACwAAAA0AAAAAFAAAABQAAAD3RAAAGRcAAAAAAAAAAAAAAAAAAAEAAABQAAAAAAAAAAAA4D8AAAAAAADgPwAAAAAAAOA/AAAAAAAA4D8AAAAAAADgPwAAAAAAAOA/AAAAAAAA4D8AAAAAAADgPwAAAAAAAOA/AAAAAAAA4D8CAAAAjAAAAAE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HN0R2U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AwQAAJ8jAACtNwAA4zQAAAAAAAAmAAAACAAAAP//////////"/>
                </a:ext>
              </a:extLst>
            </p:cNvSpPr>
            <p:nvPr/>
          </p:nvSpPr>
          <p:spPr>
            <a:xfrm>
              <a:off x="652145" y="5790565"/>
              <a:ext cx="8398510" cy="2806700"/>
            </a:xfrm>
            <a:custGeom>
              <a:avLst/>
              <a:gdLst/>
              <a:ahLst/>
              <a:cxnLst/>
              <a:rect l="0" t="0" r="8398510" b="2806700"/>
              <a:pathLst>
                <a:path w="8398510" h="2806700">
                  <a:moveTo>
                    <a:pt x="0" y="27909"/>
                  </a:moveTo>
                  <a:cubicBezTo>
                    <a:pt x="0" y="12478"/>
                    <a:pt x="12572" y="0"/>
                    <a:pt x="28098" y="0"/>
                  </a:cubicBezTo>
                  <a:lnTo>
                    <a:pt x="8370412" y="0"/>
                  </a:lnTo>
                  <a:cubicBezTo>
                    <a:pt x="8385938" y="0"/>
                    <a:pt x="8398510" y="12478"/>
                    <a:pt x="8398510" y="27909"/>
                  </a:cubicBezTo>
                  <a:lnTo>
                    <a:pt x="8398510" y="2778791"/>
                  </a:lnTo>
                  <a:cubicBezTo>
                    <a:pt x="8398510" y="2794222"/>
                    <a:pt x="8385938" y="2806700"/>
                    <a:pt x="8370412" y="2806700"/>
                  </a:cubicBezTo>
                  <a:lnTo>
                    <a:pt x="28098" y="2806700"/>
                  </a:lnTo>
                  <a:cubicBezTo>
                    <a:pt x="12572" y="2806700"/>
                    <a:pt x="0" y="2794222"/>
                    <a:pt x="0" y="277879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</p:sp>
        <p:sp>
          <p:nvSpPr>
            <p:cNvPr id="34" name="Freeform 35"/>
            <p:cNvSpPr>
              <a:extLst>
                <a:ext uri="smNativeData">
                  <pr:smNativeData xmlns:pr="smNativeData" xmlns="smNativeData" val="SMDATA_15_NH3EaBMAAAAlAAAACwAAAA0AAAAAAAAAAAAAAAALRQAALRcAAAAAAAAAAAAAAAAAAAEAAABQAAAAAAAAAAAA4D8AAAAAAADgPwAAAAAAAOA/AAAAAAAA4D8AAAAAAADgPwAAAAAAAOA/AAAAAAAA4D8AAAAAAADgPwAAAAAAAOA/AAAAAAAA4D8CAAAAjAAAAAEAAAAAAAAA2NTU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JIFMZ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2NTUAP///wEAAAAAAAAAAAAAAAAAAAAAAAAAAAAAAAAAAAAAAAAAAAAAAAB/f38A7uzhA8zMzADAwP8Af39/AAAAAAAAAAAAAAAAAAAAAAAAAAAAIQAAABgAAAAUAAAA9AMAAJAjAAC8NwAA8jQAAAAAAAAmAAAACAAAAP//////////"/>
                </a:ext>
              </a:extLst>
            </p:cNvSpPr>
            <p:nvPr/>
          </p:nvSpPr>
          <p:spPr>
            <a:xfrm>
              <a:off x="642620" y="5781040"/>
              <a:ext cx="8417560" cy="2825750"/>
            </a:xfrm>
            <a:custGeom>
              <a:avLst/>
              <a:gdLst/>
              <a:ahLst/>
              <a:cxnLst/>
              <a:rect l="0" t="0" r="8417560" b="2825750"/>
              <a:pathLst>
                <a:path w="8417560" h="2825750">
                  <a:moveTo>
                    <a:pt x="0" y="37434"/>
                  </a:moveTo>
                  <a:cubicBezTo>
                    <a:pt x="0" y="16764"/>
                    <a:pt x="16859" y="0"/>
                    <a:pt x="37622" y="0"/>
                  </a:cubicBezTo>
                  <a:lnTo>
                    <a:pt x="8379938" y="0"/>
                  </a:lnTo>
                  <a:lnTo>
                    <a:pt x="8379938" y="9525"/>
                  </a:lnTo>
                  <a:lnTo>
                    <a:pt x="8379938" y="0"/>
                  </a:lnTo>
                  <a:cubicBezTo>
                    <a:pt x="8400701" y="0"/>
                    <a:pt x="8417560" y="16764"/>
                    <a:pt x="8417560" y="37434"/>
                  </a:cubicBezTo>
                  <a:lnTo>
                    <a:pt x="8408035" y="37434"/>
                  </a:lnTo>
                  <a:lnTo>
                    <a:pt x="8417560" y="37434"/>
                  </a:lnTo>
                  <a:lnTo>
                    <a:pt x="8417560" y="2788316"/>
                  </a:lnTo>
                  <a:lnTo>
                    <a:pt x="8408035" y="2788316"/>
                  </a:lnTo>
                  <a:lnTo>
                    <a:pt x="8417560" y="2788316"/>
                  </a:lnTo>
                  <a:cubicBezTo>
                    <a:pt x="8417560" y="2809081"/>
                    <a:pt x="8400701" y="2825750"/>
                    <a:pt x="8379938" y="2825750"/>
                  </a:cubicBezTo>
                  <a:lnTo>
                    <a:pt x="8379938" y="2816225"/>
                  </a:lnTo>
                  <a:lnTo>
                    <a:pt x="8379938" y="2825750"/>
                  </a:lnTo>
                  <a:lnTo>
                    <a:pt x="37622" y="2825750"/>
                  </a:lnTo>
                  <a:lnTo>
                    <a:pt x="37622" y="2816225"/>
                  </a:lnTo>
                  <a:lnTo>
                    <a:pt x="37622" y="2825750"/>
                  </a:lnTo>
                  <a:cubicBezTo>
                    <a:pt x="16859" y="2825750"/>
                    <a:pt x="0" y="2808986"/>
                    <a:pt x="0" y="2788316"/>
                  </a:cubicBezTo>
                  <a:lnTo>
                    <a:pt x="0" y="37434"/>
                  </a:lnTo>
                  <a:lnTo>
                    <a:pt x="9525" y="37434"/>
                  </a:lnTo>
                  <a:lnTo>
                    <a:pt x="0" y="37434"/>
                  </a:lnTo>
                  <a:moveTo>
                    <a:pt x="19049" y="37434"/>
                  </a:moveTo>
                  <a:lnTo>
                    <a:pt x="19049" y="2788316"/>
                  </a:lnTo>
                  <a:lnTo>
                    <a:pt x="9525" y="2788316"/>
                  </a:lnTo>
                  <a:lnTo>
                    <a:pt x="19049" y="2788316"/>
                  </a:lnTo>
                  <a:cubicBezTo>
                    <a:pt x="19049" y="2798413"/>
                    <a:pt x="27336" y="2806700"/>
                    <a:pt x="37622" y="2806700"/>
                  </a:cubicBezTo>
                  <a:lnTo>
                    <a:pt x="8379938" y="2806700"/>
                  </a:lnTo>
                  <a:cubicBezTo>
                    <a:pt x="8390224" y="2806700"/>
                    <a:pt x="8398511" y="2798413"/>
                    <a:pt x="8398511" y="2788316"/>
                  </a:cubicBezTo>
                  <a:lnTo>
                    <a:pt x="8398511" y="37434"/>
                  </a:lnTo>
                  <a:cubicBezTo>
                    <a:pt x="8398511" y="27337"/>
                    <a:pt x="8390224" y="19050"/>
                    <a:pt x="8379938" y="19050"/>
                  </a:cubicBezTo>
                  <a:lnTo>
                    <a:pt x="37622" y="19050"/>
                  </a:lnTo>
                  <a:lnTo>
                    <a:pt x="37622" y="9525"/>
                  </a:lnTo>
                  <a:lnTo>
                    <a:pt x="37622" y="19050"/>
                  </a:lnTo>
                  <a:cubicBezTo>
                    <a:pt x="27336" y="19050"/>
                    <a:pt x="19049" y="27337"/>
                    <a:pt x="19049" y="37434"/>
                  </a:cubicBezTo>
                  <a:close/>
                </a:path>
              </a:pathLst>
            </a:custGeom>
            <a:solidFill>
              <a:srgbClr val="D8D4D4"/>
            </a:solidFill>
            <a:ln>
              <a:noFill/>
            </a:ln>
            <a:effectLst/>
          </p:spPr>
        </p:sp>
      </p:grpSp>
      <p:grpSp>
        <p:nvGrpSpPr>
          <p:cNvPr id="36" name="Group 36"/>
          <p:cNvGrpSpPr>
            <a:extLst>
              <a:ext uri="smNativeData">
                <pr:smNativeData xmlns:pr="smNativeData" xmlns="smNativeData" val="SMDATA_6_NH3EaBMAAAAlAAAAAQAAAA8BAAAAkAAAAEgAAACQAAAASAAAAAAAAAAAAAAAAAAAABcAAAAUAAAAAAAAAAAAAAD/fwAA/38AAAAAAAAJAAAABAAAAKIAAAAfAAAAVAAAAAAAAAAAAAAAAAAAAAAAAAAAAAAAAAAAAAAAAAAAAAAAAAAAAAAAAAAAAAAAAAAAAAAAAAAAAAAAAAAAAAAAAAAAAAAAAAAAAAAAAAAAAAAAAAAAACEAAAAYAAAAFAAAACEEAAC9IwAAjzcAAC0nAAAQAAAAJgAAAAgAAAD/////AAAAAA=="/>
              </a:ext>
            </a:extLst>
          </p:cNvGrpSpPr>
          <p:nvPr/>
        </p:nvGrpSpPr>
        <p:grpSpPr>
          <a:xfrm>
            <a:off x="671195" y="5809615"/>
            <a:ext cx="8360410" cy="558800"/>
            <a:chOff x="671195" y="5809615"/>
            <a:chExt cx="8360410" cy="558800"/>
          </a:xfrm>
        </p:grpSpPr>
        <p:sp>
          <p:nvSpPr>
            <p:cNvPr id="37" name="Freeform 37"/>
            <p:cNvSpPr>
              <a:extLst>
                <a:ext uri="smNativeData">
                  <pr:smNativeData xmlns:pr="smNativeData" xmlns="smNativeData" val="SMDATA_15_NH3EaBMAAAAlAAAACwAAAA0AAAAAAAAAAAAAAACTRAAAlQQAAAAAAAAAAAAAAAAAAAEAAABQAAAAAAAAAAAA4D8AAAAAAADgPwAAAAAAAOA/AAAAAAAA4D8AAAAAAADgPwAAAAAAAOA/AAAAAAAA4D8AAAAAAADgPwAAAAAAAOA/AAAAAAAA4D8CAAAAjAAAAAEAAAAAAAAA+ff3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CBZEAM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+ff3AP///wEAAAAAAAAAAAAAAAAAAAAAAAAAAAAAAAAAAAAAAAAAAAAAAAB/f38A7uzhA8zMzADAwP8Af39/AAAAAAAAAAAAAAAAAAAAAAAAAAAAIQAAABgAAAAUAAAAIQQAAL0jAACPNwAALScAAAAAAAAmAAAACAAAAP//////////"/>
                </a:ext>
              </a:extLst>
            </p:cNvSpPr>
            <p:nvPr/>
          </p:nvSpPr>
          <p:spPr>
            <a:xfrm>
              <a:off x="671195" y="5809615"/>
              <a:ext cx="8360410" cy="558800"/>
            </a:xfrm>
            <a:custGeom>
              <a:avLst/>
              <a:gdLst/>
              <a:ahLst/>
              <a:cxnLst/>
              <a:rect l="0" t="0" r="8360410" b="558800"/>
              <a:pathLst>
                <a:path w="8360410" h="558800">
                  <a:moveTo>
                    <a:pt x="0" y="5049"/>
                  </a:moveTo>
                  <a:cubicBezTo>
                    <a:pt x="0" y="2286"/>
                    <a:pt x="2286" y="0"/>
                    <a:pt x="5048" y="0"/>
                  </a:cubicBezTo>
                  <a:lnTo>
                    <a:pt x="8355363" y="0"/>
                  </a:lnTo>
                  <a:cubicBezTo>
                    <a:pt x="8358124" y="0"/>
                    <a:pt x="8360410" y="2286"/>
                    <a:pt x="8360410" y="5049"/>
                  </a:cubicBezTo>
                  <a:lnTo>
                    <a:pt x="8360410" y="553751"/>
                  </a:lnTo>
                  <a:cubicBezTo>
                    <a:pt x="8360410" y="556514"/>
                    <a:pt x="8358124" y="558800"/>
                    <a:pt x="8355363" y="558800"/>
                  </a:cubicBezTo>
                  <a:lnTo>
                    <a:pt x="5048" y="558800"/>
                  </a:lnTo>
                  <a:cubicBezTo>
                    <a:pt x="2286" y="558800"/>
                    <a:pt x="0" y="556514"/>
                    <a:pt x="0" y="553751"/>
                  </a:cubicBezTo>
                  <a:close/>
                </a:path>
              </a:pathLst>
            </a:custGeom>
            <a:solidFill>
              <a:srgbClr val="F9F7F7"/>
            </a:solidFill>
            <a:ln>
              <a:noFill/>
            </a:ln>
            <a:effectLst/>
          </p:spPr>
        </p:sp>
      </p:grpSp>
      <p:grpSp>
        <p:nvGrpSpPr>
          <p:cNvPr id="38" name="Group 38"/>
          <p:cNvGrpSpPr>
            <a:extLst>
              <a:ext uri="smNativeData">
                <pr:smNativeData xmlns:pr="smNativeData" xmlns="smNativeData" val="SMDATA_6_NH3EaBMAAAAlAAAAAQAAAA8BAAAAkAAAAEgAAACQAAAASAAAAAAAAAAAAAAAAAAAABcAAAAUAAAAAAAAAAAAAAD/fwAA/38AAAAAAAAJAAAABAAAAFMxLcIfAAAAVAAAAAAAAAAAAAAAAAAAAAAAAAAAAAAAAAAAAAAAAAAAAAAAAAAAAAAAAAAAAAAAAAAAAAAAAAAAAAAAAAAAAAAAAAAAAAAAAAAAAAAAAAAAAAAAAAAAACEAAAAYAAAAFAAAAPwcAABiJAAAtB4AAIgmAAAQAAAAJgAAAAgAAAD/////AAAAAA=="/>
              </a:ext>
            </a:extLst>
          </p:cNvGrpSpPr>
          <p:nvPr/>
        </p:nvGrpSpPr>
        <p:grpSpPr>
          <a:xfrm>
            <a:off x="4711700" y="5914390"/>
            <a:ext cx="279400" cy="349250"/>
            <a:chOff x="4711700" y="5914390"/>
            <a:chExt cx="279400" cy="349250"/>
          </a:xfrm>
        </p:grpSpPr>
        <p:sp>
          <p:nvSpPr>
            <p:cNvPr id="39" name="Freeform 39" descr="preencoded.png"/>
            <p:cNvSpPr>
              <a:extLst>
                <a:ext uri="smNativeData">
                  <pr:smNativeData xmlns:pr="smNativeData" xmlns="smNativeData" val="SMDATA_15_NH3EaBMAAAAlAAAACwAAAA0AAAAAAAAAAAAAAABLAgAA3QIAAAAAAAAAAAAAAAAAAAEAAABQAAAAAAAAAAAA4D8AAAAAAADgPwAAAAAAAOA/AAAAAAAA4D8AAAAAAADgPwAAAAAAAOA/AAAAAAAA4D8AAAAAAADgPwAAAAAAAOA/AAAAAAAA4D8CAAAAjAAAAAEAAAACAAAA////AP///wgAAAAAAAAAAGgcAlmkNnFDs0Qh/UQL44gB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FpVqVIeAAAAaAAAAAAAAAAAAAAAm////wAAAACa////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/BwAAGIkAAC0HgAAiCYAAAAAAAAmAAAACAAAAP//////////"/>
                </a:ext>
              </a:extLst>
            </p:cNvSpPr>
            <p:nvPr/>
          </p:nvSpPr>
          <p:spPr>
            <a:xfrm>
              <a:off x="4711700" y="5914390"/>
              <a:ext cx="279400" cy="349250"/>
            </a:xfrm>
            <a:custGeom>
              <a:avLst/>
              <a:gdLst/>
              <a:ahLst/>
              <a:cxnLst/>
              <a:rect l="0" t="0" r="279400" b="349250"/>
              <a:pathLst>
                <a:path w="279400" h="349250">
                  <a:moveTo>
                    <a:pt x="0" y="0"/>
                  </a:moveTo>
                  <a:lnTo>
                    <a:pt x="279400" y="0"/>
                  </a:lnTo>
                  <a:lnTo>
                    <a:pt x="279400" y="349250"/>
                  </a:lnTo>
                  <a:lnTo>
                    <a:pt x="0" y="3492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/>
              <a:stretch>
                <a:fillRect l="0" t="-1010" r="0" b="-1020"/>
              </a:stretch>
            </a:blipFill>
            <a:ln>
              <a:noFill/>
            </a:ln>
            <a:effectLst/>
          </p:spPr>
        </p:sp>
      </p:grpSp>
      <p:sp>
        <p:nvSpPr>
          <p:cNvPr id="40" name="TextBox 40"/>
          <p:cNvSpPr>
            <a:extLst>
              <a:ext uri="smNativeData">
                <pr:smNativeData xmlns:pr="smNativeData" xmlns="smNativeData" val="SMDATA_15_NH3EaB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FByIHM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RgUAACYoAACZEwAAHSoAABAgAAAmAAAACAAAAP//////////"/>
              </a:ext>
            </a:extLst>
          </p:cNvSpPr>
          <p:nvPr/>
        </p:nvSpPr>
        <p:spPr>
          <a:xfrm>
            <a:off x="857250" y="6526530"/>
            <a:ext cx="2328545" cy="31940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 algn="l">
              <a:lnSpc>
                <a:spcPts val="2245"/>
              </a:lnSpc>
              <a:defRPr lang="en-us"/>
            </a:pPr>
            <a:r>
              <a:rPr lang="en-us" cap="none">
                <a:solidFill>
                  <a:srgbClr val="504C49"/>
                </a:solidFill>
                <a:latin typeface="Arimo" pitchFamily="0" charset="1"/>
                <a:ea typeface="Arimo" pitchFamily="0" charset="1"/>
                <a:cs typeface="Arimo" pitchFamily="0" charset="1"/>
              </a:rPr>
              <a:t>Персонал</a:t>
            </a:r>
            <a:endParaRPr lang="en-us" cap="none">
              <a:solidFill>
                <a:srgbClr val="504C49"/>
              </a:solidFill>
              <a:latin typeface="Arimo" pitchFamily="0" charset="1"/>
              <a:ea typeface="Arimo" pitchFamily="0" charset="1"/>
              <a:cs typeface="Arimo" pitchFamily="0" charset="1"/>
            </a:endParaRPr>
          </a:p>
        </p:txBody>
      </p:sp>
      <p:sp>
        <p:nvSpPr>
          <p:cNvPr id="41" name="TextBox 41"/>
          <p:cNvSpPr>
            <a:extLst>
              <a:ext uri="smNativeData">
                <pr:smNativeData xmlns:pr="smNativeData" xmlns="smNativeData" val="SMDATA_15_NH3EaB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E3MuJk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RgUAAGQqAABqNgAAoiwAABAgAAAmAAAACAAAAP//////////"/>
              </a:ext>
            </a:extLst>
          </p:cNvSpPr>
          <p:nvPr/>
        </p:nvSpPr>
        <p:spPr>
          <a:xfrm>
            <a:off x="857250" y="6891020"/>
            <a:ext cx="7988300" cy="36449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 algn="l">
              <a:lnSpc>
                <a:spcPts val="2310"/>
              </a:lnSpc>
              <a:defRPr lang="en-us"/>
            </a:pPr>
            <a:r>
              <a:rPr lang="en-us" sz="1435" cap="none">
                <a:solidFill>
                  <a:srgbClr val="504C49"/>
                </a:solidFill>
                <a:latin typeface="Source Han Sans JP" pitchFamily="0" charset="1"/>
                <a:ea typeface="Source Han Sans JP" pitchFamily="0" charset="1"/>
                <a:cs typeface="Source Han Sans JP" pitchFamily="0" charset="1"/>
              </a:rPr>
              <a:t>Възнаграждения за ключовите специалисти, ангажирани с проекта:</a:t>
            </a:r>
            <a:endParaRPr lang="en-us" sz="1435" cap="none">
              <a:solidFill>
                <a:srgbClr val="504C49"/>
              </a:solidFill>
              <a:latin typeface="Source Han Sans JP" pitchFamily="0" charset="1"/>
              <a:ea typeface="Source Han Sans JP" pitchFamily="0" charset="1"/>
              <a:cs typeface="Source Han Sans JP" pitchFamily="0" charset="1"/>
            </a:endParaRPr>
          </a:p>
        </p:txBody>
      </p:sp>
      <p:sp>
        <p:nvSpPr>
          <p:cNvPr id="42" name="TextBox 42"/>
          <p:cNvSpPr>
            <a:extLst>
              <a:ext uri="smNativeData">
                <pr:smNativeData xmlns:pr="smNativeData" xmlns="smNativeData" val="SMDATA_15_NH3EaB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C8+PC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RgUAAOosAABqNgAAKC8AABAgAAAmAAAACAAAAP//////////"/>
              </a:ext>
            </a:extLst>
          </p:cNvSpPr>
          <p:nvPr/>
        </p:nvSpPr>
        <p:spPr>
          <a:xfrm>
            <a:off x="857250" y="7301230"/>
            <a:ext cx="7988300" cy="36449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 lvl="1" marL="216535" indent="-108585" algn="l">
              <a:lnSpc>
                <a:spcPts val="2310"/>
              </a:lnSpc>
              <a:buFont typeface="Arial" pitchFamily="2" charset="0"/>
              <a:buChar char="•"/>
              <a:defRPr lang="en-us"/>
            </a:pPr>
            <a:r>
              <a:rPr lang="en-us" sz="1435" cap="none">
                <a:solidFill>
                  <a:srgbClr val="504C49"/>
                </a:solidFill>
                <a:latin typeface="Source Han Sans JP" pitchFamily="0" charset="1"/>
                <a:ea typeface="Source Han Sans JP" pitchFamily="0" charset="1"/>
                <a:cs typeface="Source Han Sans JP" pitchFamily="0" charset="1"/>
              </a:rPr>
              <a:t>Project Manager: </a:t>
            </a:r>
            <a:r>
              <a:rPr lang="en-us" sz="1435" b="1" cap="none">
                <a:solidFill>
                  <a:srgbClr val="504C49"/>
                </a:solidFill>
                <a:latin typeface="Source Han Sans JP Bold" pitchFamily="0" charset="1"/>
                <a:ea typeface="Source Han Sans JP Bold" pitchFamily="0" charset="1"/>
                <a:cs typeface="Source Han Sans JP Bold" pitchFamily="0" charset="1"/>
              </a:rPr>
              <a:t>3,000 лв./месец</a:t>
            </a:r>
            <a:endParaRPr lang="en-us" sz="1435" b="1" cap="none">
              <a:solidFill>
                <a:srgbClr val="504C49"/>
              </a:solidFill>
              <a:latin typeface="Source Han Sans JP Bold" pitchFamily="0" charset="1"/>
              <a:ea typeface="Source Han Sans JP Bold" pitchFamily="0" charset="1"/>
              <a:cs typeface="Source Han Sans JP Bold" pitchFamily="0" charset="1"/>
            </a:endParaRPr>
          </a:p>
        </p:txBody>
      </p:sp>
      <p:sp>
        <p:nvSpPr>
          <p:cNvPr id="43" name="TextBox 43"/>
          <p:cNvSpPr>
            <a:extLst>
              <a:ext uri="smNativeData">
                <pr:smNativeData xmlns:pr="smNativeData" xmlns="smNativeData" val="SMDATA_15_NH3EaB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HbPzoc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RgUAACYvAABqNgAAZDEAABAgAAAmAAAACAAAAP//////////"/>
              </a:ext>
            </a:extLst>
          </p:cNvSpPr>
          <p:nvPr/>
        </p:nvSpPr>
        <p:spPr>
          <a:xfrm>
            <a:off x="857250" y="7664450"/>
            <a:ext cx="7988300" cy="36449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 lvl="1" marL="216535" indent="-108585" algn="l">
              <a:lnSpc>
                <a:spcPts val="2310"/>
              </a:lnSpc>
              <a:buFont typeface="Arial" pitchFamily="2" charset="0"/>
              <a:buChar char="•"/>
              <a:defRPr lang="en-us"/>
            </a:pPr>
            <a:r>
              <a:rPr lang="en-us" sz="1435" cap="none">
                <a:solidFill>
                  <a:srgbClr val="504C49"/>
                </a:solidFill>
                <a:latin typeface="Source Han Sans JP" pitchFamily="0" charset="1"/>
                <a:ea typeface="Source Han Sans JP" pitchFamily="0" charset="1"/>
                <a:cs typeface="Source Han Sans JP" pitchFamily="0" charset="1"/>
              </a:rPr>
              <a:t>Web Developer: </a:t>
            </a:r>
            <a:r>
              <a:rPr lang="en-us" sz="1435" b="1" cap="none">
                <a:solidFill>
                  <a:srgbClr val="504C49"/>
                </a:solidFill>
                <a:latin typeface="Source Han Sans JP Bold" pitchFamily="0" charset="1"/>
                <a:ea typeface="Source Han Sans JP Bold" pitchFamily="0" charset="1"/>
                <a:cs typeface="Source Han Sans JP Bold" pitchFamily="0" charset="1"/>
              </a:rPr>
              <a:t>3,500 лв./месец</a:t>
            </a:r>
            <a:endParaRPr lang="en-us" sz="1435" b="1" cap="none">
              <a:solidFill>
                <a:srgbClr val="504C49"/>
              </a:solidFill>
              <a:latin typeface="Source Han Sans JP Bold" pitchFamily="0" charset="1"/>
              <a:ea typeface="Source Han Sans JP Bold" pitchFamily="0" charset="1"/>
              <a:cs typeface="Source Han Sans JP Bold" pitchFamily="0" charset="1"/>
            </a:endParaRPr>
          </a:p>
        </p:txBody>
      </p:sp>
      <p:sp>
        <p:nvSpPr>
          <p:cNvPr id="44" name="TextBox 44"/>
          <p:cNvSpPr>
            <a:extLst>
              <a:ext uri="smNativeData">
                <pr:smNativeData xmlns:pr="smNativeData" xmlns="smNativeData" val="SMDATA_15_NH3EaB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p2u9k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RgUAAGIxAABqNgAAoDMAABAgAAAmAAAACAAAAP//////////"/>
              </a:ext>
            </a:extLst>
          </p:cNvSpPr>
          <p:nvPr/>
        </p:nvSpPr>
        <p:spPr>
          <a:xfrm>
            <a:off x="857250" y="8027670"/>
            <a:ext cx="7988300" cy="36449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 lvl="1" marL="216535" indent="-108585" algn="l">
              <a:lnSpc>
                <a:spcPts val="2310"/>
              </a:lnSpc>
              <a:buFont typeface="Arial" pitchFamily="2" charset="0"/>
              <a:buChar char="•"/>
              <a:defRPr lang="en-us"/>
            </a:pPr>
            <a:r>
              <a:rPr lang="en-us" sz="1435" cap="none">
                <a:solidFill>
                  <a:srgbClr val="504C49"/>
                </a:solidFill>
                <a:latin typeface="Source Han Sans JP" pitchFamily="0" charset="1"/>
                <a:ea typeface="Source Han Sans JP" pitchFamily="0" charset="1"/>
                <a:cs typeface="Source Han Sans JP" pitchFamily="0" charset="1"/>
              </a:rPr>
              <a:t>Дизайнер: </a:t>
            </a:r>
            <a:r>
              <a:rPr lang="en-us" sz="1435" b="1" cap="none">
                <a:solidFill>
                  <a:srgbClr val="504C49"/>
                </a:solidFill>
                <a:latin typeface="Source Han Sans JP Bold" pitchFamily="0" charset="1"/>
                <a:ea typeface="Source Han Sans JP Bold" pitchFamily="0" charset="1"/>
                <a:cs typeface="Source Han Sans JP Bold" pitchFamily="0" charset="1"/>
              </a:rPr>
              <a:t>1,000 лв. (еднократно)</a:t>
            </a:r>
            <a:endParaRPr lang="en-us" sz="1435" b="1" cap="none">
              <a:solidFill>
                <a:srgbClr val="504C49"/>
              </a:solidFill>
              <a:latin typeface="Source Han Sans JP Bold" pitchFamily="0" charset="1"/>
              <a:ea typeface="Source Han Sans JP Bold" pitchFamily="0" charset="1"/>
              <a:cs typeface="Source Han Sans JP Bold" pitchFamily="0" charset="1"/>
            </a:endParaRPr>
          </a:p>
        </p:txBody>
      </p:sp>
      <p:grpSp>
        <p:nvGrpSpPr>
          <p:cNvPr id="45" name="Group 45"/>
          <p:cNvGrpSpPr>
            <a:extLst>
              <a:ext uri="smNativeData">
                <pr:smNativeData xmlns:pr="smNativeData" xmlns="smNativeData" val="SMDATA_6_NH3EaBMAAAAlAAAAAQAAAA8BAAAAkAAAAEgAAACQAAAASAAAAAAAAAAAAAAAAAAAABcAAAAUAAAAAAAAAAAAAAD/fwAA/38AAAAAAAAJAAAABAAAAGUAAAAfAAAAVAAAAAAAAAAAAAAAAAAAAAAAAAAAAAAAAAAAAAAAAAAAAAAAAAAAAAAAAAAAAAAAAAAAAAAAAAAAAAAAAAAAAAAAAAAAAAAAAAAAAAAAAAAAAAAAAAAAACEAAAAYAAAAFAAAAMM4AACQIwAAjGwAAPI0AAAQAAAAJgAAAAgAAAD/////AAAAAA=="/>
              </a:ext>
            </a:extLst>
          </p:cNvGrpSpPr>
          <p:nvPr/>
        </p:nvGrpSpPr>
        <p:grpSpPr>
          <a:xfrm>
            <a:off x="9227185" y="5781040"/>
            <a:ext cx="8418195" cy="2825750"/>
            <a:chOff x="9227185" y="5781040"/>
            <a:chExt cx="8418195" cy="2825750"/>
          </a:xfrm>
        </p:grpSpPr>
        <p:sp>
          <p:nvSpPr>
            <p:cNvPr id="47" name="Freeform 46"/>
            <p:cNvSpPr>
              <a:extLst>
                <a:ext uri="smNativeData">
                  <pr:smNativeData xmlns:pr="smNativeData" xmlns="smNativeData" val="SMDATA_15_NH3EaBMAAAAlAAAACwAAAA0AAAAAFAAAABQAAAD4RAAAGRcAAAAAAAAAAAAAAAAAAAEAAABQAAAAAAAAAAAA4D8AAAAAAADgPwAAAAAAAOA/AAAAAAAA4D8AAAAAAADgPwAAAAAAAOA/AAAAAAAA4D8AAAAAAADgPwAAAAAAAOA/AAAAAAAA4D8CAAAAjAAAAAE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Hrjm9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0jgAAJ8jAAB9bAAA4zQAAAAAAAAmAAAACAAAAP//////////"/>
                </a:ext>
              </a:extLst>
            </p:cNvSpPr>
            <p:nvPr/>
          </p:nvSpPr>
          <p:spPr>
            <a:xfrm>
              <a:off x="9236710" y="5790565"/>
              <a:ext cx="8399145" cy="2806700"/>
            </a:xfrm>
            <a:custGeom>
              <a:avLst/>
              <a:gdLst/>
              <a:ahLst/>
              <a:cxnLst/>
              <a:rect l="0" t="0" r="8399145" b="2806700"/>
              <a:pathLst>
                <a:path w="8399145" h="2806700">
                  <a:moveTo>
                    <a:pt x="0" y="27909"/>
                  </a:moveTo>
                  <a:cubicBezTo>
                    <a:pt x="0" y="12478"/>
                    <a:pt x="12573" y="0"/>
                    <a:pt x="28099" y="0"/>
                  </a:cubicBezTo>
                  <a:lnTo>
                    <a:pt x="8371045" y="0"/>
                  </a:lnTo>
                  <a:cubicBezTo>
                    <a:pt x="8386571" y="0"/>
                    <a:pt x="8399145" y="12478"/>
                    <a:pt x="8399145" y="27909"/>
                  </a:cubicBezTo>
                  <a:lnTo>
                    <a:pt x="8399145" y="2778791"/>
                  </a:lnTo>
                  <a:cubicBezTo>
                    <a:pt x="8399145" y="2794222"/>
                    <a:pt x="8386571" y="2806700"/>
                    <a:pt x="8371045" y="2806700"/>
                  </a:cubicBezTo>
                  <a:lnTo>
                    <a:pt x="28099" y="2806700"/>
                  </a:lnTo>
                  <a:cubicBezTo>
                    <a:pt x="12573" y="2806700"/>
                    <a:pt x="0" y="2794222"/>
                    <a:pt x="0" y="277879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</p:sp>
        <p:sp>
          <p:nvSpPr>
            <p:cNvPr id="46" name="Freeform 47"/>
            <p:cNvSpPr>
              <a:extLst>
                <a:ext uri="smNativeData">
                  <pr:smNativeData xmlns:pr="smNativeData" xmlns="smNativeData" val="SMDATA_15_NH3EaBMAAAAlAAAACwAAAA0AAAAAAAAAAAAAAAAMRQAALRcAAAAAAAAAAAAAAAAAAAEAAABQAAAAAAAAAAAA4D8AAAAAAADgPwAAAAAAAOA/AAAAAAAA4D8AAAAAAADgPwAAAAAAAOA/AAAAAAAA4D8AAAAAAADgPwAAAAAAAOA/AAAAAAAA4D8CAAAAjAAAAAEAAAAAAAAA2NTU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N181V4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2NTUAP///wEAAAAAAAAAAAAAAAAAAAAAAAAAAAAAAAAAAAAAAAAAAAAAAAB/f38A7uzhA8zMzADAwP8Af39/AAAAAAAAAAAAAAAAAAAAAAAAAAAAIQAAABgAAAAUAAAAwzgAAJAjAACMbAAA8jQAAAAAAAAmAAAACAAAAP//////////"/>
                </a:ext>
              </a:extLst>
            </p:cNvSpPr>
            <p:nvPr/>
          </p:nvSpPr>
          <p:spPr>
            <a:xfrm>
              <a:off x="9227185" y="5781040"/>
              <a:ext cx="8418195" cy="2825750"/>
            </a:xfrm>
            <a:custGeom>
              <a:avLst/>
              <a:gdLst/>
              <a:ahLst/>
              <a:cxnLst/>
              <a:rect l="0" t="0" r="8418195" b="2825750"/>
              <a:pathLst>
                <a:path w="8418195" h="2825750">
                  <a:moveTo>
                    <a:pt x="0" y="37434"/>
                  </a:moveTo>
                  <a:cubicBezTo>
                    <a:pt x="0" y="16764"/>
                    <a:pt x="16859" y="0"/>
                    <a:pt x="37624" y="0"/>
                  </a:cubicBezTo>
                  <a:lnTo>
                    <a:pt x="8380570" y="0"/>
                  </a:lnTo>
                  <a:lnTo>
                    <a:pt x="8380570" y="9525"/>
                  </a:lnTo>
                  <a:lnTo>
                    <a:pt x="8380570" y="0"/>
                  </a:lnTo>
                  <a:cubicBezTo>
                    <a:pt x="8401335" y="0"/>
                    <a:pt x="8418195" y="16764"/>
                    <a:pt x="8418195" y="37434"/>
                  </a:cubicBezTo>
                  <a:lnTo>
                    <a:pt x="8408669" y="37434"/>
                  </a:lnTo>
                  <a:lnTo>
                    <a:pt x="8418195" y="37434"/>
                  </a:lnTo>
                  <a:lnTo>
                    <a:pt x="8418195" y="2788316"/>
                  </a:lnTo>
                  <a:lnTo>
                    <a:pt x="8408669" y="2788316"/>
                  </a:lnTo>
                  <a:lnTo>
                    <a:pt x="8418195" y="2788316"/>
                  </a:lnTo>
                  <a:cubicBezTo>
                    <a:pt x="8418195" y="2809081"/>
                    <a:pt x="8401335" y="2825750"/>
                    <a:pt x="8380570" y="2825750"/>
                  </a:cubicBezTo>
                  <a:lnTo>
                    <a:pt x="8380570" y="2816225"/>
                  </a:lnTo>
                  <a:lnTo>
                    <a:pt x="8380570" y="2825750"/>
                  </a:lnTo>
                  <a:lnTo>
                    <a:pt x="37624" y="2825750"/>
                  </a:lnTo>
                  <a:lnTo>
                    <a:pt x="37624" y="2816225"/>
                  </a:lnTo>
                  <a:lnTo>
                    <a:pt x="37624" y="2825750"/>
                  </a:lnTo>
                  <a:cubicBezTo>
                    <a:pt x="16859" y="2825750"/>
                    <a:pt x="0" y="2808986"/>
                    <a:pt x="0" y="2788316"/>
                  </a:cubicBezTo>
                  <a:lnTo>
                    <a:pt x="0" y="37434"/>
                  </a:lnTo>
                  <a:lnTo>
                    <a:pt x="9525" y="37434"/>
                  </a:lnTo>
                  <a:lnTo>
                    <a:pt x="0" y="37434"/>
                  </a:lnTo>
                  <a:moveTo>
                    <a:pt x="19050" y="37434"/>
                  </a:moveTo>
                  <a:lnTo>
                    <a:pt x="19050" y="2788316"/>
                  </a:lnTo>
                  <a:lnTo>
                    <a:pt x="9525" y="2788316"/>
                  </a:lnTo>
                  <a:lnTo>
                    <a:pt x="19050" y="2788316"/>
                  </a:lnTo>
                  <a:cubicBezTo>
                    <a:pt x="19050" y="2798413"/>
                    <a:pt x="27337" y="2806700"/>
                    <a:pt x="37624" y="2806700"/>
                  </a:cubicBezTo>
                  <a:lnTo>
                    <a:pt x="8380570" y="2806700"/>
                  </a:lnTo>
                  <a:cubicBezTo>
                    <a:pt x="8390857" y="2806700"/>
                    <a:pt x="8399144" y="2798413"/>
                    <a:pt x="8399144" y="2788316"/>
                  </a:cubicBezTo>
                  <a:lnTo>
                    <a:pt x="8399144" y="37434"/>
                  </a:lnTo>
                  <a:cubicBezTo>
                    <a:pt x="8399144" y="27337"/>
                    <a:pt x="8390857" y="19050"/>
                    <a:pt x="8380570" y="19050"/>
                  </a:cubicBezTo>
                  <a:lnTo>
                    <a:pt x="37624" y="19050"/>
                  </a:lnTo>
                  <a:lnTo>
                    <a:pt x="37624" y="9525"/>
                  </a:lnTo>
                  <a:lnTo>
                    <a:pt x="37624" y="19050"/>
                  </a:lnTo>
                  <a:cubicBezTo>
                    <a:pt x="27337" y="19050"/>
                    <a:pt x="19050" y="27337"/>
                    <a:pt x="19050" y="37434"/>
                  </a:cubicBezTo>
                  <a:close/>
                </a:path>
              </a:pathLst>
            </a:custGeom>
            <a:solidFill>
              <a:srgbClr val="D8D4D4"/>
            </a:solidFill>
            <a:ln>
              <a:noFill/>
            </a:ln>
            <a:effectLst/>
          </p:spPr>
        </p:sp>
      </p:grpSp>
      <p:grpSp>
        <p:nvGrpSpPr>
          <p:cNvPr id="48" name="Group 48"/>
          <p:cNvGrpSpPr>
            <a:extLst>
              <a:ext uri="smNativeData">
                <pr:smNativeData xmlns:pr="smNativeData" xmlns="smNativeData" val="SMDATA_6_NH3EaBMAAAAlAAAAAQAAAA8BAAAAkAAAAEgAAACQAAAASAAAAAAAAAAAAAAAAAAAABcAAAAUAAAAAAAAAAAAAAD/fwAA/38AAAAAAAAJAAAABAAAAAAAAAAfAAAAVAAAAAAAAAAAAAAAAAAAAAAAAAAAAAAAAAAAAAAAAAAAAAAAAAAAAAAAAAAAAAAAAAAAAAAAAAAAAAAAAAAAAAAAAAAAAAAAAAAAAAAAAAAAAAAAAAAAACEAAAAYAAAAFAAAAPA4AAC9IwAAX2wAAC0nAAAQAAAAJgAAAAgAAAD/////AAAAAA=="/>
              </a:ext>
            </a:extLst>
          </p:cNvGrpSpPr>
          <p:nvPr/>
        </p:nvGrpSpPr>
        <p:grpSpPr>
          <a:xfrm>
            <a:off x="9255760" y="5809615"/>
            <a:ext cx="8361045" cy="558800"/>
            <a:chOff x="9255760" y="5809615"/>
            <a:chExt cx="8361045" cy="558800"/>
          </a:xfrm>
        </p:grpSpPr>
        <p:sp>
          <p:nvSpPr>
            <p:cNvPr id="49" name="Freeform 49"/>
            <p:cNvSpPr>
              <a:extLst>
                <a:ext uri="smNativeData">
                  <pr:smNativeData xmlns:pr="smNativeData" xmlns="smNativeData" val="SMDATA_15_NH3EaBMAAAAlAAAACwAAAA0AAAAAAAAAAAAAAACURAAAlQQAAAAAAAAAAAAAAAAAAAEAAABQAAAAAAAAAAAA4D8AAAAAAADgPwAAAAAAAOA/AAAAAAAA4D8AAAAAAADgPwAAAAAAAOA/AAAAAAAA4D8AAAAAAADgPwAAAAAAAOA/AAAAAAAA4D8CAAAAjAAAAAEAAAAAAAAA+ff3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NDIhyk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+ff3AP///wEAAAAAAAAAAAAAAAAAAAAAAAAAAAAAAAAAAAAAAAAAAAAAAAB/f38A7uzhA8zMzADAwP8Af39/AAAAAAAAAAAAAAAAAAAAAAAAAAAAIQAAABgAAAAUAAAA8DgAAL0jAABfbAAALScAAAAAAAAmAAAACAAAAP//////////"/>
                </a:ext>
              </a:extLst>
            </p:cNvSpPr>
            <p:nvPr/>
          </p:nvSpPr>
          <p:spPr>
            <a:xfrm>
              <a:off x="9255760" y="5809615"/>
              <a:ext cx="8361045" cy="558800"/>
            </a:xfrm>
            <a:custGeom>
              <a:avLst/>
              <a:gdLst/>
              <a:ahLst/>
              <a:cxnLst/>
              <a:rect l="0" t="0" r="8361045" b="558800"/>
              <a:pathLst>
                <a:path w="8361045" h="558800">
                  <a:moveTo>
                    <a:pt x="0" y="5049"/>
                  </a:moveTo>
                  <a:cubicBezTo>
                    <a:pt x="0" y="2286"/>
                    <a:pt x="2286" y="0"/>
                    <a:pt x="5048" y="0"/>
                  </a:cubicBezTo>
                  <a:lnTo>
                    <a:pt x="8355996" y="0"/>
                  </a:lnTo>
                  <a:cubicBezTo>
                    <a:pt x="8358758" y="0"/>
                    <a:pt x="8361045" y="2286"/>
                    <a:pt x="8361045" y="5049"/>
                  </a:cubicBezTo>
                  <a:lnTo>
                    <a:pt x="8361045" y="553751"/>
                  </a:lnTo>
                  <a:cubicBezTo>
                    <a:pt x="8361045" y="556514"/>
                    <a:pt x="8358758" y="558800"/>
                    <a:pt x="8355996" y="558800"/>
                  </a:cubicBezTo>
                  <a:lnTo>
                    <a:pt x="5048" y="558800"/>
                  </a:lnTo>
                  <a:cubicBezTo>
                    <a:pt x="2286" y="558800"/>
                    <a:pt x="0" y="556514"/>
                    <a:pt x="0" y="553751"/>
                  </a:cubicBezTo>
                  <a:close/>
                </a:path>
              </a:pathLst>
            </a:custGeom>
            <a:solidFill>
              <a:srgbClr val="F9F7F7"/>
            </a:solidFill>
            <a:ln>
              <a:noFill/>
            </a:ln>
            <a:effectLst/>
          </p:spPr>
        </p:sp>
      </p:grpSp>
      <p:grpSp>
        <p:nvGrpSpPr>
          <p:cNvPr id="50" name="Group 50"/>
          <p:cNvGrpSpPr>
            <a:extLst>
              <a:ext uri="smNativeData">
                <pr:smNativeData xmlns:pr="smNativeData" xmlns="smNativeData" val="SMDATA_6_NH3EaBMAAAAlAAAAAQAAAA8BAAAAkAAAAEgAAACQAAAASAAAAAAAAAAAAAAAAAAAABcAAAAUAAAAAAAAAAAAAAD/fwAA/38AAAAAAAAJAAAABAAAAPT///8fAAAAVAAAAAAAAAAAAAAAAAAAAAAAAAAAAAAAAAAAAAAAAAAAAAAAAAAAAAAAAAAAAAAAAAAAAAAAAAAAAAAAAAAAAAAAAAAAAAAAAAAAAAAAAAAAAAAAAAAAACEAAAAYAAAAFAAAAMxRAABiJAAAhFMAAIgmAAAQAAAAJgAAAAgAAAD/////AAAAAA=="/>
              </a:ext>
            </a:extLst>
          </p:cNvGrpSpPr>
          <p:nvPr/>
        </p:nvGrpSpPr>
        <p:grpSpPr>
          <a:xfrm>
            <a:off x="13296900" y="5914390"/>
            <a:ext cx="279400" cy="349250"/>
            <a:chOff x="13296900" y="5914390"/>
            <a:chExt cx="279400" cy="349250"/>
          </a:xfrm>
        </p:grpSpPr>
        <p:sp>
          <p:nvSpPr>
            <p:cNvPr id="51" name="Freeform 51" descr="preencoded.png"/>
            <p:cNvSpPr>
              <a:extLst>
                <a:ext uri="smNativeData">
                  <pr:smNativeData xmlns:pr="smNativeData" xmlns="smNativeData" val="SMDATA_15_NH3EaBMAAAAlAAAACwAAAA0AAAAAAAAAAAAAAABLAgAA3QIAAAAAAAAAAAAAAAAAAAEAAABQAAAAAAAAAAAA4D8AAAAAAADgPwAAAAAAAOA/AAAAAAAA4D8AAAAAAADgPwAAAAAAAOA/AAAAAAAA4D8AAAAAAADgPwAAAAAAAOA/AAAAAAAA4D8CAAAAjAAAAAEAAAACAAAA////AP///wgAAAAAAAAAAMxcnMU9KQpBolgONiD/Z7sB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Hpk57ceAAAAaAAAAAAAAAAAAAAAm////wAAAACa////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zFEAAGIkAACEUwAAiCYAAAAAAAAmAAAACAAAAP//////////"/>
                </a:ext>
              </a:extLst>
            </p:cNvSpPr>
            <p:nvPr/>
          </p:nvSpPr>
          <p:spPr>
            <a:xfrm>
              <a:off x="13296900" y="5914390"/>
              <a:ext cx="279400" cy="349250"/>
            </a:xfrm>
            <a:custGeom>
              <a:avLst/>
              <a:gdLst/>
              <a:ahLst/>
              <a:cxnLst/>
              <a:rect l="0" t="0" r="279400" b="349250"/>
              <a:pathLst>
                <a:path w="279400" h="349250">
                  <a:moveTo>
                    <a:pt x="0" y="0"/>
                  </a:moveTo>
                  <a:lnTo>
                    <a:pt x="279400" y="0"/>
                  </a:lnTo>
                  <a:lnTo>
                    <a:pt x="279400" y="349250"/>
                  </a:lnTo>
                  <a:lnTo>
                    <a:pt x="0" y="3492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rcRect/>
              <a:stretch>
                <a:fillRect l="0" t="-1010" r="0" b="-1020"/>
              </a:stretch>
            </a:blipFill>
            <a:ln>
              <a:noFill/>
            </a:ln>
            <a:effectLst/>
          </p:spPr>
        </p:sp>
      </p:grpSp>
      <p:sp>
        <p:nvSpPr>
          <p:cNvPr id="52" name="TextBox 52"/>
          <p:cNvSpPr>
            <a:extLst>
              <a:ext uri="smNativeData">
                <pr:smNativeData xmlns:pr="smNativeData" xmlns="smNativeData" val="SMDATA_15_NH3EaB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LIgBpI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FjoAACYoAAD7SAAAHSoAABAgAAAmAAAACAAAAP//////////"/>
              </a:ext>
            </a:extLst>
          </p:cNvSpPr>
          <p:nvPr/>
        </p:nvSpPr>
        <p:spPr>
          <a:xfrm>
            <a:off x="9442450" y="6526530"/>
            <a:ext cx="2421255" cy="31940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 algn="l">
              <a:lnSpc>
                <a:spcPts val="2245"/>
              </a:lnSpc>
              <a:defRPr lang="en-us"/>
            </a:pPr>
            <a:r>
              <a:rPr lang="en-us" cap="none">
                <a:solidFill>
                  <a:srgbClr val="504C49"/>
                </a:solidFill>
                <a:latin typeface="Arimo" pitchFamily="0" charset="1"/>
                <a:ea typeface="Arimo" pitchFamily="0" charset="1"/>
                <a:cs typeface="Arimo" pitchFamily="0" charset="1"/>
              </a:rPr>
              <a:t>Извънредни разходи</a:t>
            </a:r>
            <a:endParaRPr lang="en-us" cap="none">
              <a:solidFill>
                <a:srgbClr val="504C49"/>
              </a:solidFill>
              <a:latin typeface="Arimo" pitchFamily="0" charset="1"/>
              <a:ea typeface="Arimo" pitchFamily="0" charset="1"/>
              <a:cs typeface="Arimo" pitchFamily="0" charset="1"/>
            </a:endParaRPr>
          </a:p>
        </p:txBody>
      </p:sp>
      <p:sp>
        <p:nvSpPr>
          <p:cNvPr id="53" name="TextBox 53"/>
          <p:cNvSpPr>
            <a:extLst>
              <a:ext uri="smNativeData">
                <pr:smNativeData xmlns:pr="smNativeData" xmlns="smNativeData" val="SMDATA_15_NH3EaB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BCjRck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FjoAAGQqAAA6awAAoiwAABAgAAAmAAAACAAAAP//////////"/>
              </a:ext>
            </a:extLst>
          </p:cNvSpPr>
          <p:nvPr/>
        </p:nvSpPr>
        <p:spPr>
          <a:xfrm>
            <a:off x="9442450" y="6891020"/>
            <a:ext cx="7988300" cy="36449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 algn="l">
              <a:lnSpc>
                <a:spcPts val="2310"/>
              </a:lnSpc>
              <a:defRPr lang="en-us"/>
            </a:pPr>
            <a:r>
              <a:rPr lang="en-us" sz="1435" cap="none">
                <a:solidFill>
                  <a:srgbClr val="504C49"/>
                </a:solidFill>
                <a:latin typeface="Source Han Sans JP" pitchFamily="0" charset="1"/>
                <a:ea typeface="Source Han Sans JP" pitchFamily="0" charset="1"/>
                <a:cs typeface="Source Han Sans JP" pitchFamily="0" charset="1"/>
              </a:rPr>
              <a:t>Допълнителни разходи, свързани с оперативната дейност и поддръжката:</a:t>
            </a:r>
            <a:endParaRPr lang="en-us" sz="1435" cap="none">
              <a:solidFill>
                <a:srgbClr val="504C49"/>
              </a:solidFill>
              <a:latin typeface="Source Han Sans JP" pitchFamily="0" charset="1"/>
              <a:ea typeface="Source Han Sans JP" pitchFamily="0" charset="1"/>
              <a:cs typeface="Source Han Sans JP" pitchFamily="0" charset="1"/>
            </a:endParaRPr>
          </a:p>
        </p:txBody>
      </p:sp>
      <p:sp>
        <p:nvSpPr>
          <p:cNvPr id="54" name="TextBox 54"/>
          <p:cNvSpPr>
            <a:extLst>
              <a:ext uri="smNativeData">
                <pr:smNativeData xmlns:pr="smNativeData" xmlns="smNativeData" val="SMDATA_15_NH3EaB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HZsbKw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FjoAAOosAAA6awAAKC8AABAgAAAmAAAACAAAAP//////////"/>
              </a:ext>
            </a:extLst>
          </p:cNvSpPr>
          <p:nvPr/>
        </p:nvSpPr>
        <p:spPr>
          <a:xfrm>
            <a:off x="9442450" y="7301230"/>
            <a:ext cx="7988300" cy="36449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 lvl="1" marL="216535" indent="-108585" algn="l">
              <a:lnSpc>
                <a:spcPts val="2310"/>
              </a:lnSpc>
              <a:buFont typeface="Arial" pitchFamily="2" charset="0"/>
              <a:buChar char="•"/>
              <a:defRPr lang="en-us"/>
            </a:pPr>
            <a:r>
              <a:rPr lang="en-us" sz="1435" cap="none">
                <a:solidFill>
                  <a:srgbClr val="504C49"/>
                </a:solidFill>
                <a:latin typeface="Source Han Sans JP" pitchFamily="0" charset="1"/>
                <a:ea typeface="Source Han Sans JP" pitchFamily="0" charset="1"/>
                <a:cs typeface="Source Han Sans JP" pitchFamily="0" charset="1"/>
              </a:rPr>
              <a:t>Реклама и маркетинг: </a:t>
            </a:r>
            <a:r>
              <a:rPr lang="en-us" sz="1435" b="1" cap="none">
                <a:solidFill>
                  <a:srgbClr val="504C49"/>
                </a:solidFill>
                <a:latin typeface="Source Han Sans JP Bold" pitchFamily="0" charset="1"/>
                <a:ea typeface="Source Han Sans JP Bold" pitchFamily="0" charset="1"/>
                <a:cs typeface="Source Han Sans JP Bold" pitchFamily="0" charset="1"/>
              </a:rPr>
              <a:t>1,500 лв./месец (средно)</a:t>
            </a:r>
            <a:endParaRPr lang="en-us" sz="1435" b="1" cap="none">
              <a:solidFill>
                <a:srgbClr val="504C49"/>
              </a:solidFill>
              <a:latin typeface="Source Han Sans JP Bold" pitchFamily="0" charset="1"/>
              <a:ea typeface="Source Han Sans JP Bold" pitchFamily="0" charset="1"/>
              <a:cs typeface="Source Han Sans JP Bold" pitchFamily="0" charset="1"/>
            </a:endParaRPr>
          </a:p>
        </p:txBody>
      </p:sp>
      <p:sp>
        <p:nvSpPr>
          <p:cNvPr id="55" name="TextBox 55"/>
          <p:cNvSpPr>
            <a:extLst>
              <a:ext uri="smNativeData">
                <pr:smNativeData xmlns:pr="smNativeData" xmlns="smNativeData" val="SMDATA_15_NH3EaB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D0iK20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FjoAACYvAAA6awAAZDEAABAgAAAmAAAACAAAAP//////////"/>
              </a:ext>
            </a:extLst>
          </p:cNvSpPr>
          <p:nvPr/>
        </p:nvSpPr>
        <p:spPr>
          <a:xfrm>
            <a:off x="9442450" y="7664450"/>
            <a:ext cx="7988300" cy="36449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 lvl="1" marL="216535" indent="-108585" algn="l">
              <a:lnSpc>
                <a:spcPts val="2310"/>
              </a:lnSpc>
              <a:buFont typeface="Arial" pitchFamily="2" charset="0"/>
              <a:buChar char="•"/>
              <a:defRPr lang="en-us"/>
            </a:pPr>
            <a:r>
              <a:rPr lang="en-us" sz="1435" cap="none">
                <a:solidFill>
                  <a:srgbClr val="504C49"/>
                </a:solidFill>
                <a:latin typeface="Source Han Sans JP" pitchFamily="0" charset="1"/>
                <a:ea typeface="Source Han Sans JP" pitchFamily="0" charset="1"/>
                <a:cs typeface="Source Han Sans JP" pitchFamily="0" charset="1"/>
              </a:rPr>
              <a:t>Поддръжка: </a:t>
            </a:r>
            <a:r>
              <a:rPr lang="en-us" sz="1435" b="1" cap="none">
                <a:solidFill>
                  <a:srgbClr val="504C49"/>
                </a:solidFill>
                <a:latin typeface="Source Han Sans JP Bold" pitchFamily="0" charset="1"/>
                <a:ea typeface="Source Han Sans JP Bold" pitchFamily="0" charset="1"/>
                <a:cs typeface="Source Han Sans JP Bold" pitchFamily="0" charset="1"/>
              </a:rPr>
              <a:t>500 лв./месец</a:t>
            </a:r>
            <a:endParaRPr lang="en-us" sz="1435" b="1" cap="none">
              <a:solidFill>
                <a:srgbClr val="504C49"/>
              </a:solidFill>
              <a:latin typeface="Source Han Sans JP Bold" pitchFamily="0" charset="1"/>
              <a:ea typeface="Source Han Sans JP Bold" pitchFamily="0" charset="1"/>
              <a:cs typeface="Source Han Sans JP Bold" pitchFamily="0" charset="1"/>
            </a:endParaRPr>
          </a:p>
        </p:txBody>
      </p:sp>
      <p:sp>
        <p:nvSpPr>
          <p:cNvPr id="56" name="TextBox 56"/>
          <p:cNvSpPr>
            <a:extLst>
              <a:ext uri="smNativeData">
                <pr:smNativeData xmlns:pr="smNativeData" xmlns="smNativeData" val="SMDATA_15_NH3EaB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IoGxM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FjoAAGIxAAA6awAAoDMAABAgAAAmAAAACAAAAP//////////"/>
              </a:ext>
            </a:extLst>
          </p:cNvSpPr>
          <p:nvPr/>
        </p:nvSpPr>
        <p:spPr>
          <a:xfrm>
            <a:off x="9442450" y="8027670"/>
            <a:ext cx="7988300" cy="36449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 lvl="1" marL="216535" indent="-108585" algn="l">
              <a:lnSpc>
                <a:spcPts val="2310"/>
              </a:lnSpc>
              <a:buFont typeface="Arial" pitchFamily="2" charset="0"/>
              <a:buChar char="•"/>
              <a:defRPr lang="en-us"/>
            </a:pPr>
            <a:r>
              <a:rPr lang="en-us" sz="1435" cap="none">
                <a:solidFill>
                  <a:srgbClr val="504C49"/>
                </a:solidFill>
                <a:latin typeface="Source Han Sans JP" pitchFamily="0" charset="1"/>
                <a:ea typeface="Source Han Sans JP" pitchFamily="0" charset="1"/>
                <a:cs typeface="Source Han Sans JP" pitchFamily="0" charset="1"/>
              </a:rPr>
              <a:t>Юридически/счетоводни услуги: </a:t>
            </a:r>
            <a:r>
              <a:rPr lang="en-us" sz="1435" b="1" cap="none">
                <a:solidFill>
                  <a:srgbClr val="504C49"/>
                </a:solidFill>
                <a:latin typeface="Source Han Sans JP Bold" pitchFamily="0" charset="1"/>
                <a:ea typeface="Source Han Sans JP Bold" pitchFamily="0" charset="1"/>
                <a:cs typeface="Source Han Sans JP Bold" pitchFamily="0" charset="1"/>
              </a:rPr>
              <a:t>300 лв./месец</a:t>
            </a:r>
            <a:endParaRPr lang="en-us" sz="1435" b="1" cap="none">
              <a:solidFill>
                <a:srgbClr val="504C49"/>
              </a:solidFill>
              <a:latin typeface="Source Han Sans JP Bold" pitchFamily="0" charset="1"/>
              <a:ea typeface="Source Han Sans JP Bold" pitchFamily="0" charset="1"/>
              <a:cs typeface="Source Han Sans JP Bold" pitchFamily="0" charset="1"/>
            </a:endParaRPr>
          </a:p>
        </p:txBody>
      </p:sp>
      <p:sp>
        <p:nvSpPr>
          <p:cNvPr id="57" name="TextBox 57"/>
          <p:cNvSpPr>
            <a:extLst>
              <a:ext uri="smNativeData">
                <pr:smNativeData xmlns:pr="smNativeData" xmlns="smNativeData" val="SMDATA_15_NH3EaB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G1/evQ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AwQAAMQ1AAB9bAAAAzgAABAgAAAmAAAACAAAAP//////////"/>
              </a:ext>
            </a:extLst>
          </p:cNvSpPr>
          <p:nvPr/>
        </p:nvSpPr>
        <p:spPr>
          <a:xfrm>
            <a:off x="652145" y="8740140"/>
            <a:ext cx="16983710" cy="3651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 algn="ctr">
              <a:lnSpc>
                <a:spcPts val="2310"/>
              </a:lnSpc>
              <a:defRPr lang="en-us"/>
            </a:pPr>
            <a:r>
              <a:rPr lang="en-us" sz="1435" b="1" cap="none">
                <a:solidFill>
                  <a:srgbClr val="504C49"/>
                </a:solidFill>
                <a:latin typeface="Source Han Sans JP Bold" pitchFamily="0" charset="1"/>
                <a:ea typeface="Source Han Sans JP Bold" pitchFamily="0" charset="1"/>
                <a:cs typeface="Source Han Sans JP Bold" pitchFamily="0" charset="1"/>
              </a:rPr>
              <a:t>Общо еднократни разходи: ~6,800 лв.</a:t>
            </a:r>
            <a:endParaRPr lang="en-us" sz="1435" b="1" cap="none">
              <a:solidFill>
                <a:srgbClr val="504C49"/>
              </a:solidFill>
              <a:latin typeface="Source Han Sans JP Bold" pitchFamily="0" charset="1"/>
              <a:ea typeface="Source Han Sans JP Bold" pitchFamily="0" charset="1"/>
              <a:cs typeface="Source Han Sans JP Bold" pitchFamily="0" charset="1"/>
            </a:endParaRPr>
          </a:p>
        </p:txBody>
      </p:sp>
      <p:sp>
        <p:nvSpPr>
          <p:cNvPr id="58" name="TextBox 58"/>
          <p:cNvSpPr>
            <a:extLst>
              <a:ext uri="smNativeData">
                <pr:smNativeData xmlns:pr="smNativeData" xmlns="smNativeData" val="SMDATA_15_NH3EaB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ExIFk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AwQAAOQ4AAB9bAAAIjsAABAgAAAmAAAACAAAAP//////////"/>
              </a:ext>
            </a:extLst>
          </p:cNvSpPr>
          <p:nvPr/>
        </p:nvSpPr>
        <p:spPr>
          <a:xfrm>
            <a:off x="652145" y="9248140"/>
            <a:ext cx="16983710" cy="36449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 algn="ctr">
              <a:lnSpc>
                <a:spcPts val="2310"/>
              </a:lnSpc>
              <a:defRPr lang="en-us"/>
            </a:pPr>
            <a:r>
              <a:rPr lang="en-us" sz="1435" b="1" cap="none">
                <a:solidFill>
                  <a:srgbClr val="504C49"/>
                </a:solidFill>
                <a:latin typeface="Source Han Sans JP Bold" pitchFamily="0" charset="1"/>
                <a:ea typeface="Source Han Sans JP Bold" pitchFamily="0" charset="1"/>
                <a:cs typeface="Source Han Sans JP Bold" pitchFamily="0" charset="1"/>
              </a:rPr>
              <a:t>Общо месечни разходи: ~9,000 лв.</a:t>
            </a:r>
            <a:endParaRPr lang="en-us" sz="1435" b="1" cap="none">
              <a:solidFill>
                <a:srgbClr val="504C49"/>
              </a:solidFill>
              <a:latin typeface="Source Han Sans JP Bold" pitchFamily="0" charset="1"/>
              <a:ea typeface="Source Han Sans JP Bold" pitchFamily="0" charset="1"/>
              <a:cs typeface="Source Han Sans JP Bold" pitchFamily="0" charset="1"/>
            </a:endParaRPr>
          </a:p>
        </p:txBody>
      </p:sp>
    </p:spTree>
  </p:cSld>
  <p:clrMapOvr>
    <a:masterClrMapping/>
  </p:clrMapOvr>
  <p:transition spd="fast" p14:dur="800">
    <p:fade/>
    <p:extLst>
      <p:ext uri="smNativeData">
        <pr:smNativeData xmlns:pr="smNativeData" xmlns="smNativeData" val="NH3EaAAAAAAgAwAAAAAAAAYAAAAAAAAAAAAAAAAAAAAAAAAAAQAAAAAAAAAAAAAAAAAAAAAAAAAAAAAA" duo="NH3EaAAAAAAAAAAAAAAAAAAAAAA="/>
      </p:ext>
    </p:extLst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extLst>
              <a:ext uri="smNativeData">
                <pr:smNativeData xmlns:pr="smNativeData" xmlns="smNativeData" val="SMDATA_6_NH3EaBMAAAAlAAAAAQAAAA8BAAAAkAAAAEgAAACQAAAASAAAAAAAAAAAAAAAAAAAABcAAAAUAAAAAAAAAAAAAAD/fwAA/38AAAAAAAAJAAAABAAAAIX///8fAAAAVAAAAAAAAAAAAAAAAAAAAAAAAAAAAAAAAAAAAAAAAAAAAAAAAAAAAAAAAAAAAAAAAAAAAAAAAAAAAAAAAAAAAAAAAAAAAAAAAAAAAAAAAAAAAAAAAAAAACEAAAAYAAAAFAAAAAAAAAAAAAAAgHAAAEg/AAAQAAAAJgAAAAgAAAD/////AAAAAA=="/>
              </a:ext>
            </a:extLst>
          </p:cNvGrpSpPr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sp>
          <p:nvSpPr>
            <p:cNvPr id="3" name="Freeform 3"/>
            <p:cNvSpPr>
              <a:extLst>
                <a:ext uri="smNativeData">
                  <pr:smNativeData xmlns:pr="smNativeData" xmlns="smNativeData" val="SMDATA_15_NH3EaBMAAAAlAAAACwAAAA0AAAAAAAAAAAAAAAAAlgAAYFQAAAAAAAAAAAAAAAAAAAEAAABQAAAAAAAAAAAA4D8AAAAAAADgPwAAAAAAAOA/AAAAAAAA4D8AAAAAAADgPwAAAAAAAOA/AAAAAAAA4D8AAAAAAADgPwAAAAAAAOA/AAAAAAAA4D8CAAAAjAAAAAEAAAAAAAAA9/Pw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9/PwAP///wEAAAAAAAAAAAAAAAAAAAAAAAAAAAAAAAAAAAAAAAAAAAAAAAB/f38A7uzhA8zMzADAwP8Af39/AAAAAAAAAAAAAAAAAAAAAAAAAAAAIQAAABgAAAAUAAAAAAAAAAAAAACAcAAASD8AAAAAAAAmAAAACAAAAP//////////"/>
                </a:ext>
              </a:extLst>
            </p:cNvSpPr>
            <p:nvPr/>
          </p:nvSpPr>
          <p:spPr>
            <a:xfrm>
              <a:off x="0" y="0"/>
              <a:ext cx="18288000" cy="10287000"/>
            </a:xfrm>
            <a:custGeom>
              <a:avLst/>
              <a:gdLst/>
              <a:ahLst/>
              <a:cxnLst/>
              <a:rect l="0" t="0" r="18288000" b="10287000"/>
              <a:pathLst>
                <a:path w="18288000" h="10287000">
                  <a:moveTo>
                    <a:pt x="0" y="0"/>
                  </a:moveTo>
                  <a:lnTo>
                    <a:pt x="18288000" y="0"/>
                  </a:lnTo>
                  <a:lnTo>
                    <a:pt x="18288000" y="10287000"/>
                  </a:lnTo>
                  <a:lnTo>
                    <a:pt x="0" y="10287000"/>
                  </a:lnTo>
                  <a:close/>
                </a:path>
              </a:pathLst>
            </a:custGeom>
            <a:solidFill>
              <a:srgbClr val="F7F3F0"/>
            </a:solidFill>
            <a:ln>
              <a:noFill/>
            </a:ln>
            <a:effectLst/>
          </p:spPr>
        </p:sp>
      </p:grpSp>
      <p:grpSp>
        <p:nvGrpSpPr>
          <p:cNvPr id="4" name="Group 4"/>
          <p:cNvGrpSpPr>
            <a:extLst>
              <a:ext uri="smNativeData">
                <pr:smNativeData xmlns:pr="smNativeData" xmlns="smNativeData" val="SMDATA_6_NH3EaBMAAAAlAAAAAQAAAA8BAAAAkAAAAEgAAACQAAAASAAAAAAAAAAAAAAAAAAAABcAAAAUAAAAAAAAAAAAAAD/fwAA/38AAAAAAAAJAAAABAAAAJv///8fAAAAVAAAAAAAAAAAAAAAAAAAAAAAAAAAAAAAAAAAAAAAAAAAAAAAAAAAAAAAAAAAAAAAAAAAAAAAAAAAAAAAAAAAAAAAAAAAAAAAAAAAAAAAAAAAAAAAAAAAACEAAAAYAAAAFAAAAAAAAAAAAAAAgHAAAEg/AAAQAAAAJgAAAAgAAAD/////AAAAAA=="/>
              </a:ext>
            </a:extLst>
          </p:cNvGrpSpPr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sp>
          <p:nvSpPr>
            <p:cNvPr id="5" name="Freeform 5"/>
            <p:cNvSpPr>
              <a:extLst>
                <a:ext uri="smNativeData">
                  <pr:smNativeData xmlns:pr="smNativeData" xmlns="smNativeData" val="SMDATA_15_NH3EaBMAAAAlAAAACwAAAA0AAAAAAAAAAAAAAAAAlgAAYFQAAAAAAAAAAAAAAAAAAAEAAABQAAAAAAAAAAAA4D8AAAAAAADgPwAAAAAAAOA/AAAAAAAA4D8AAAAAAADgPwAAAAAAAOA/AAAAAAAA4D8AAAAAAADgPwAAAAAAAOA/AAAAAAAA4D8CAAAAjAAAAAE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AAAAAAAAAACAcAAASD8AAAAAAAAmAAAACAAAAP//////////"/>
                </a:ext>
              </a:extLst>
            </p:cNvSpPr>
            <p:nvPr/>
          </p:nvSpPr>
          <p:spPr>
            <a:xfrm>
              <a:off x="0" y="0"/>
              <a:ext cx="18288000" cy="10287000"/>
            </a:xfrm>
            <a:custGeom>
              <a:avLst/>
              <a:gdLst/>
              <a:ahLst/>
              <a:cxnLst/>
              <a:rect l="0" t="0" r="18288000" b="10287000"/>
              <a:pathLst>
                <a:path w="18288000" h="10287000">
                  <a:moveTo>
                    <a:pt x="0" y="0"/>
                  </a:moveTo>
                  <a:lnTo>
                    <a:pt x="18288000" y="0"/>
                  </a:lnTo>
                  <a:lnTo>
                    <a:pt x="18288000" y="10287000"/>
                  </a:lnTo>
                  <a:lnTo>
                    <a:pt x="0" y="102870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</p:sp>
      </p:grpSp>
      <p:sp>
        <p:nvSpPr>
          <p:cNvPr id="6" name="TextBox 6"/>
          <p:cNvSpPr>
            <a:extLst>
              <a:ext uri="smNativeData">
                <pr:smNativeData xmlns:pr="smNativeData" xmlns="smNativeData" val="SMDATA_15_NH3EaB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7AQAAMMEAAByKAAAZAkAABAgAAAmAAAACAAAAP//////////"/>
              </a:ext>
            </a:extLst>
          </p:cNvSpPr>
          <p:nvPr/>
        </p:nvSpPr>
        <p:spPr>
          <a:xfrm>
            <a:off x="800100" y="774065"/>
            <a:ext cx="5774690" cy="7524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 algn="l">
              <a:lnSpc>
                <a:spcPts val="5560"/>
              </a:lnSpc>
              <a:defRPr lang="en-us"/>
            </a:pPr>
            <a:r>
              <a:rPr lang="en-us" sz="4435" cap="none">
                <a:solidFill>
                  <a:srgbClr val="201B18"/>
                </a:solidFill>
                <a:latin typeface="Arimo" pitchFamily="0" charset="1"/>
                <a:ea typeface="Arimo" pitchFamily="0" charset="1"/>
                <a:cs typeface="Arimo" pitchFamily="0" charset="1"/>
              </a:rPr>
              <a:t>Етапи на разработка</a:t>
            </a:r>
            <a:endParaRPr lang="en-us" sz="4435" cap="none">
              <a:solidFill>
                <a:srgbClr val="201B18"/>
              </a:solidFill>
              <a:latin typeface="Arimo" pitchFamily="0" charset="1"/>
              <a:ea typeface="Arimo" pitchFamily="0" charset="1"/>
              <a:cs typeface="Arimo" pitchFamily="0" charset="1"/>
            </a:endParaRPr>
          </a:p>
        </p:txBody>
      </p:sp>
      <p:grpSp>
        <p:nvGrpSpPr>
          <p:cNvPr id="7" name="Group 7"/>
          <p:cNvGrpSpPr>
            <a:extLst>
              <a:ext uri="smNativeData">
                <pr:smNativeData xmlns:pr="smNativeData" xmlns="smNativeData" val="SMDATA_6_NH3EaBMAAAAlAAAAAQAAAA8BAAAAkAAAAEgAAACQAAAASAAAAAAAAAAAAAAAAAAAABcAAAAUAAAAAAAAAAAAAAD/fwAA/38AAAAAAAAJAAAABAAAAPT///8fAAAAVAAAAAAAAAAAAAAAAAAAAAAAAAAAAAAAAAAAAAAAAAAAAAAAAAAAAAAAAAAAAAAAAAAAAAAAAAAAAAAAAAAAAAAAAAAAAAAAAAAAAAAAAAAAAAAAAAAAACEAAAAYAAAAFAAAAAcHAAC3DwAAjDcAAB8RAAAQAAAAJgAAAAgAAAD/////AAAAAA=="/>
              </a:ext>
            </a:extLst>
          </p:cNvGrpSpPr>
          <p:nvPr/>
        </p:nvGrpSpPr>
        <p:grpSpPr>
          <a:xfrm>
            <a:off x="1142365" y="2554605"/>
            <a:ext cx="7887335" cy="228600"/>
            <a:chOff x="1142365" y="2554605"/>
            <a:chExt cx="7887335" cy="228600"/>
          </a:xfrm>
        </p:grpSpPr>
        <p:sp>
          <p:nvSpPr>
            <p:cNvPr id="8" name="Freeform 8"/>
            <p:cNvSpPr>
              <a:extLst>
                <a:ext uri="smNativeData">
                  <pr:smNativeData xmlns:pr="smNativeData" xmlns="smNativeData" val="SMDATA_15_NH3EaBMAAAAlAAAACwAAAA0AAAAAAAAAAAAAAACxQAAA4AEAAAAAAAAAAAAAAAAAAAEAAABQAAAAAAAAAAAA4D8AAAAAAADgPwAAAAAAAOA/AAAAAAAA4D8AAAAAAADgPwAAAAAAAOA/AAAAAAAA4D8AAAAAAADgPwAAAAAAAOA/AAAAAAAA4D8CAAAAjAAAAAEAAAAAAAAA+ff3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+ff3AP///wEAAAAAAAAAAAAAAAAAAAAAAAAAAAAAAAAAAAAAAAAAAAAAAAB/f38A7uzhA8zMzADAwP8Af39/AAAAAAAAAAAAAAAAAAAAAAAAAAAAIQAAABgAAAAUAAAABwcAALcPAACMNwAAHxEAAAAAAAAmAAAACAAAAP//////////"/>
                </a:ext>
              </a:extLst>
            </p:cNvSpPr>
            <p:nvPr/>
          </p:nvSpPr>
          <p:spPr>
            <a:xfrm>
              <a:off x="1142365" y="2554605"/>
              <a:ext cx="7887335" cy="228600"/>
            </a:xfrm>
            <a:custGeom>
              <a:avLst/>
              <a:gdLst/>
              <a:ahLst/>
              <a:cxnLst/>
              <a:rect l="0" t="0" r="7887335" b="228600"/>
              <a:pathLst>
                <a:path w="7887335" h="228600">
                  <a:moveTo>
                    <a:pt x="0" y="34304"/>
                  </a:moveTo>
                  <a:cubicBezTo>
                    <a:pt x="0" y="15342"/>
                    <a:pt x="15335" y="0"/>
                    <a:pt x="34291" y="0"/>
                  </a:cubicBezTo>
                  <a:lnTo>
                    <a:pt x="7853043" y="0"/>
                  </a:lnTo>
                  <a:cubicBezTo>
                    <a:pt x="7871999" y="0"/>
                    <a:pt x="7887335" y="15342"/>
                    <a:pt x="7887335" y="34304"/>
                  </a:cubicBezTo>
                  <a:lnTo>
                    <a:pt x="7887335" y="194296"/>
                  </a:lnTo>
                  <a:cubicBezTo>
                    <a:pt x="7887335" y="213258"/>
                    <a:pt x="7871999" y="228600"/>
                    <a:pt x="7853043" y="228600"/>
                  </a:cubicBezTo>
                  <a:lnTo>
                    <a:pt x="34291" y="228600"/>
                  </a:lnTo>
                  <a:cubicBezTo>
                    <a:pt x="15335" y="228600"/>
                    <a:pt x="0" y="213258"/>
                    <a:pt x="0" y="194296"/>
                  </a:cubicBezTo>
                  <a:close/>
                </a:path>
              </a:pathLst>
            </a:custGeom>
            <a:solidFill>
              <a:srgbClr val="F9F7F7"/>
            </a:solidFill>
            <a:ln>
              <a:noFill/>
            </a:ln>
            <a:effectLst/>
          </p:spPr>
        </p:sp>
      </p:grpSp>
      <p:grpSp>
        <p:nvGrpSpPr>
          <p:cNvPr id="9" name="Group 9"/>
          <p:cNvGrpSpPr>
            <a:extLst>
              <a:ext uri="smNativeData">
                <pr:smNativeData xmlns:pr="smNativeData" xmlns="smNativeData" val="SMDATA_6_NH3EaBMAAAAlAAAAAQAAAA8BAAAAkAAAAEgAAACQAAAASAAAAAAAAAAAAAAAAAAAABcAAAAUAAAAAAAAAAAAAAD/fwAA/38AAAAAAAAJAAAABAAAAOj///8fAAAAVAAAAAAAAAAAAAAAAAAAAAAAAAAAAAAAAAAAAAAAAAAAAAAAAAAAAAAAAAAAAAAAAAAAAAAAAAAAAAAAAAAAAAAAAAAAAAAAAAAAAAAAAAAAAAAAAAAAACEAAAAYAAAAFAAAAOwEAABPDgAAIwkAAIcSAAAQAAAAJgAAAAgAAAD/////AAAAAA=="/>
              </a:ext>
            </a:extLst>
          </p:cNvGrpSpPr>
          <p:nvPr/>
        </p:nvGrpSpPr>
        <p:grpSpPr>
          <a:xfrm>
            <a:off x="800100" y="2326005"/>
            <a:ext cx="685165" cy="685800"/>
            <a:chOff x="800100" y="2326005"/>
            <a:chExt cx="685165" cy="685800"/>
          </a:xfrm>
        </p:grpSpPr>
        <p:sp>
          <p:nvSpPr>
            <p:cNvPr id="10" name="Freeform 10"/>
            <p:cNvSpPr>
              <a:extLst>
                <a:ext uri="smNativeData">
                  <pr:smNativeData xmlns:pr="smNativeData" xmlns="smNativeData" val="SMDATA_15_NH3EaBMAAAAlAAAACwAAAA0AAAAAAAAAAAAAAACfBQAAnwUAAAAAAAAAAAAAAAAAAAEAAABQAAAAAAAAAAAA4D8AAAAAAADgPwAAAAAAAOA/AAAAAAAA4D8AAAAAAADgPwAAAAAAAOA/AAAAAAAA4D8AAAAAAADgPwAAAAAAAOA/AAAAAAAA4D8CAAAAjAAAAAEAAAAAAAAA+ff3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+ff3AP///wEAAAAAAAAAAAAAAAAAAAAAAAAAAAAAAAAAAAAAAAAAAAAAAAB/f38A7uzhA8zMzADAwP8Af39/AAAAAAAAAAAAAAAAAAAAAAAAAAAAIQAAABgAAAAUAAAA7AQAAE8OAAAjCQAAhxIAAAAAAAAmAAAACAAAAP//////////"/>
                </a:ext>
              </a:extLst>
            </p:cNvSpPr>
            <p:nvPr/>
          </p:nvSpPr>
          <p:spPr>
            <a:xfrm>
              <a:off x="800100" y="2326005"/>
              <a:ext cx="685165" cy="685800"/>
            </a:xfrm>
            <a:custGeom>
              <a:avLst/>
              <a:gdLst/>
              <a:ahLst/>
              <a:cxnLst/>
              <a:rect l="0" t="0" r="685165" b="685800"/>
              <a:pathLst>
                <a:path w="685165" h="685800">
                  <a:moveTo>
                    <a:pt x="0" y="342852"/>
                  </a:moveTo>
                  <a:cubicBezTo>
                    <a:pt x="0" y="153512"/>
                    <a:pt x="153369" y="0"/>
                    <a:pt x="342534" y="0"/>
                  </a:cubicBezTo>
                  <a:cubicBezTo>
                    <a:pt x="531700" y="0"/>
                    <a:pt x="685165" y="153512"/>
                    <a:pt x="685165" y="342852"/>
                  </a:cubicBezTo>
                  <a:cubicBezTo>
                    <a:pt x="685165" y="532193"/>
                    <a:pt x="531795" y="685800"/>
                    <a:pt x="342534" y="685800"/>
                  </a:cubicBezTo>
                  <a:cubicBezTo>
                    <a:pt x="153274" y="685800"/>
                    <a:pt x="0" y="532288"/>
                    <a:pt x="0" y="342852"/>
                  </a:cubicBezTo>
                  <a:close/>
                </a:path>
              </a:pathLst>
            </a:custGeom>
            <a:solidFill>
              <a:srgbClr val="F9F7F7"/>
            </a:solidFill>
            <a:ln>
              <a:noFill/>
            </a:ln>
            <a:effectLst/>
          </p:spPr>
        </p:sp>
      </p:grpSp>
      <p:grpSp>
        <p:nvGrpSpPr>
          <p:cNvPr id="11" name="Group 11"/>
          <p:cNvGrpSpPr>
            <a:extLst>
              <a:ext uri="smNativeData">
                <pr:smNativeData xmlns:pr="smNativeData" xmlns="smNativeData" val="SMDATA_6_NH3EaBMAAAAlAAAAAQAAAA8BAAAAkAAAAEgAAACQAAAASAAAAAAAAAAAAAAAAAAAABcAAAAUAAAAAAAAAAAAAAD/fwAA/38AAAAAAAAJAAAABAAAAGIz3MAfAAAAVAAAAAAAAAAAAAAAAAAAAAAAAAAAAAAAAAAAAAAAAAAAAAAAAAAAAAAAAAAAAAAAAAAAAAAAAAAAAAAAAAAAAAAAAAAAAAAAAAAAAAAAAAAAAAAAAAAAACEAAAAYAAAAFAAAAPkFAAAaDwAAFQgAAL0RAAAQAAAAJgAAAAgAAAD/////AAAAAA=="/>
              </a:ext>
            </a:extLst>
          </p:cNvGrpSpPr>
          <p:nvPr/>
        </p:nvGrpSpPr>
        <p:grpSpPr>
          <a:xfrm>
            <a:off x="970915" y="2454910"/>
            <a:ext cx="342900" cy="428625"/>
            <a:chOff x="970915" y="2454910"/>
            <a:chExt cx="342900" cy="428625"/>
          </a:xfrm>
        </p:grpSpPr>
        <p:sp>
          <p:nvSpPr>
            <p:cNvPr id="12" name="Freeform 12" descr="preencoded.png"/>
            <p:cNvSpPr>
              <a:extLst>
                <a:ext uri="smNativeData">
                  <pr:smNativeData xmlns:pr="smNativeData" xmlns="smNativeData" val="SMDATA_15_NH3EaBMAAAAlAAAACwAAAA0AAAAAAAAAAAAAAADQAgAAhAMAAAAAAAAAAAAAAAAAAAEAAABQAAAAAAAAAAAA4D8AAAAAAADgPwAAAAAAAOA/AAAAAAAA4D8AAAAAAADgPwAAAAAAAOA/AAAAAAAA4D8AAAAAAADgPwAAAAAAAOA/AAAAAAAA4D8CAAAAjAAAAAEAAAACAAAA////AP///wgAAAAAAAAAAEcTEdweGjVCg7AsMDI3xIAB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P////8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+QUAABoPAAAVCAAAvREAAAAAAAAmAAAACAAAAP//////////"/>
                </a:ext>
              </a:extLst>
            </p:cNvSpPr>
            <p:nvPr/>
          </p:nvSpPr>
          <p:spPr>
            <a:xfrm>
              <a:off x="970915" y="2454910"/>
              <a:ext cx="342900" cy="428625"/>
            </a:xfrm>
            <a:custGeom>
              <a:avLst/>
              <a:gdLst/>
              <a:ahLst/>
              <a:cxnLst/>
              <a:rect l="0" t="0" r="342900" b="428625"/>
              <a:pathLst>
                <a:path w="342900" h="428625">
                  <a:moveTo>
                    <a:pt x="0" y="0"/>
                  </a:moveTo>
                  <a:lnTo>
                    <a:pt x="342900" y="0"/>
                  </a:lnTo>
                  <a:lnTo>
                    <a:pt x="342900" y="428625"/>
                  </a:lnTo>
                  <a:lnTo>
                    <a:pt x="0" y="4286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rcRect/>
              <a:stretch>
                <a:fillRect l="0" t="0" r="-10" b="0"/>
              </a:stretch>
            </a:blipFill>
            <a:ln>
              <a:noFill/>
            </a:ln>
            <a:effectLst/>
          </p:spPr>
        </p:sp>
      </p:grpSp>
      <p:sp>
        <p:nvSpPr>
          <p:cNvPr id="13" name="TextBox 13"/>
          <p:cNvSpPr>
            <a:extLst>
              <a:ext uri="smNativeData">
                <pr:smNativeData xmlns:pr="smNativeData" xmlns="smNativeData" val="SMDATA_15_NH3EaB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UwYAAMITAADmFwAAIRYAABAgAAAmAAAACAAAAP//////////"/>
              </a:ext>
            </a:extLst>
          </p:cNvSpPr>
          <p:nvPr/>
        </p:nvSpPr>
        <p:spPr>
          <a:xfrm>
            <a:off x="1028065" y="3211830"/>
            <a:ext cx="2856865" cy="38544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 algn="l">
              <a:lnSpc>
                <a:spcPts val="2750"/>
              </a:lnSpc>
              <a:defRPr lang="en-us"/>
            </a:pPr>
            <a:r>
              <a:rPr lang="en-us" sz="2185" cap="none">
                <a:solidFill>
                  <a:srgbClr val="504C49"/>
                </a:solidFill>
                <a:latin typeface="Arimo" pitchFamily="0" charset="1"/>
                <a:ea typeface="Arimo" pitchFamily="0" charset="1"/>
                <a:cs typeface="Arimo" pitchFamily="0" charset="1"/>
              </a:rPr>
              <a:t>Анализ</a:t>
            </a:r>
            <a:endParaRPr lang="en-us" sz="2185" cap="none">
              <a:solidFill>
                <a:srgbClr val="504C49"/>
              </a:solidFill>
              <a:latin typeface="Arimo" pitchFamily="0" charset="1"/>
              <a:ea typeface="Arimo" pitchFamily="0" charset="1"/>
              <a:cs typeface="Arimo" pitchFamily="0" charset="1"/>
            </a:endParaRPr>
          </a:p>
        </p:txBody>
      </p:sp>
      <p:sp>
        <p:nvSpPr>
          <p:cNvPr id="14" name="TextBox 14"/>
          <p:cNvSpPr>
            <a:extLst>
              <a:ext uri="smNativeData">
                <pr:smNativeData xmlns:pr="smNativeData" xmlns="smNativeData" val="SMDATA_15_NH3EaB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BXISY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UwYAAI8WAAAkNgAAOBkAABAgAAAmAAAACAAAAP//////////"/>
              </a:ext>
            </a:extLst>
          </p:cNvSpPr>
          <p:nvPr/>
        </p:nvSpPr>
        <p:spPr>
          <a:xfrm>
            <a:off x="1028065" y="3667125"/>
            <a:ext cx="7773035" cy="43243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 algn="l">
              <a:lnSpc>
                <a:spcPts val="2870"/>
              </a:lnSpc>
              <a:defRPr lang="en-us"/>
            </a:pPr>
            <a:r>
              <a:rPr lang="en-us" cap="none">
                <a:solidFill>
                  <a:srgbClr val="504C49"/>
                </a:solidFill>
                <a:latin typeface="Source Han Sans JP" pitchFamily="0" charset="1"/>
                <a:ea typeface="Source Han Sans JP" pitchFamily="0" charset="1"/>
                <a:cs typeface="Source Han Sans JP" pitchFamily="0" charset="1"/>
              </a:rPr>
              <a:t>Изследване на изискванията и целите на проекта.</a:t>
            </a:r>
            <a:endParaRPr lang="en-us" cap="none">
              <a:solidFill>
                <a:srgbClr val="504C49"/>
              </a:solidFill>
              <a:latin typeface="Source Han Sans JP" pitchFamily="0" charset="1"/>
              <a:ea typeface="Source Han Sans JP" pitchFamily="0" charset="1"/>
              <a:cs typeface="Source Han Sans JP" pitchFamily="0" charset="1"/>
            </a:endParaRPr>
          </a:p>
        </p:txBody>
      </p:sp>
      <p:grpSp>
        <p:nvGrpSpPr>
          <p:cNvPr id="15" name="Group 15"/>
          <p:cNvGrpSpPr>
            <a:extLst>
              <a:ext uri="smNativeData">
                <pr:smNativeData xmlns:pr="smNativeData" xmlns="smNativeData" val="SMDATA_6_NH3EaBMAAAAlAAAAAQAAAA8BAAAAkAAAAEgAAACQAAAASAAAAAAAAAAAAAAAAAAAABcAAAAUAAAAAAAAAAAAAAD/fwAA/38AAAAAAAAJAAAABAAAAL8AAAAfAAAAVAAAAAAAAAAAAAAAAAAAAAAAAAAAAAAAAAAAAAAAAAAAAAAAAAAAAAAAAAAAAAAAAAAAAAAAAAAAAAAAAAAAAAAAAAAAAAAAAAAAAAAAAAAAAAAAAAAAACEAAAAYAAAAFAAAABA7AACbDQAAlGsAAAMPAAAQAAAAJgAAAAgAAAD/////AAAAAA=="/>
              </a:ext>
            </a:extLst>
          </p:cNvGrpSpPr>
          <p:nvPr/>
        </p:nvGrpSpPr>
        <p:grpSpPr>
          <a:xfrm>
            <a:off x="9601200" y="2211705"/>
            <a:ext cx="7886700" cy="228600"/>
            <a:chOff x="9601200" y="2211705"/>
            <a:chExt cx="7886700" cy="228600"/>
          </a:xfrm>
        </p:grpSpPr>
        <p:sp>
          <p:nvSpPr>
            <p:cNvPr id="16" name="Freeform 16"/>
            <p:cNvSpPr>
              <a:extLst>
                <a:ext uri="smNativeData">
                  <pr:smNativeData xmlns:pr="smNativeData" xmlns="smNativeData" val="SMDATA_15_NH3EaBMAAAAlAAAACwAAAA0AAAAAAAAAAAAAAACxQAAA4AEAAAAAAAAAAAAAAAAAAAEAAABQAAAAAAAAAAAA4D8AAAAAAADgPwAAAAAAAOA/AAAAAAAA4D8AAAAAAADgPwAAAAAAAOA/AAAAAAAA4D8AAAAAAADgPwAAAAAAAOA/AAAAAAAA4D8CAAAAjAAAAAEAAAAAAAAA+ff3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P/phFo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+ff3AP///wEAAAAAAAAAAAAAAAAAAAAAAAAAAAAAAAAAAAAAAAAAAAAAAAB/f38A7uzhA8zMzADAwP8Af39/AAAAAAAAAAAAAAAAAAAAAAAAAAAAIQAAABgAAAAUAAAAEDsAAJsNAACUawAAAw8AAAAAAAAmAAAACAAAAP//////////"/>
                </a:ext>
              </a:extLst>
            </p:cNvSpPr>
            <p:nvPr/>
          </p:nvSpPr>
          <p:spPr>
            <a:xfrm>
              <a:off x="9601200" y="2211705"/>
              <a:ext cx="7886700" cy="228600"/>
            </a:xfrm>
            <a:custGeom>
              <a:avLst/>
              <a:gdLst/>
              <a:ahLst/>
              <a:cxnLst/>
              <a:rect l="0" t="0" r="7886700" b="228600"/>
              <a:pathLst>
                <a:path w="7886700" h="228600">
                  <a:moveTo>
                    <a:pt x="0" y="34304"/>
                  </a:moveTo>
                  <a:cubicBezTo>
                    <a:pt x="0" y="15342"/>
                    <a:pt x="15334" y="0"/>
                    <a:pt x="34288" y="0"/>
                  </a:cubicBezTo>
                  <a:lnTo>
                    <a:pt x="7852412" y="0"/>
                  </a:lnTo>
                  <a:cubicBezTo>
                    <a:pt x="7871366" y="0"/>
                    <a:pt x="7886700" y="15342"/>
                    <a:pt x="7886700" y="34304"/>
                  </a:cubicBezTo>
                  <a:lnTo>
                    <a:pt x="7886700" y="194296"/>
                  </a:lnTo>
                  <a:cubicBezTo>
                    <a:pt x="7886700" y="213258"/>
                    <a:pt x="7871366" y="228600"/>
                    <a:pt x="7852412" y="228600"/>
                  </a:cubicBezTo>
                  <a:lnTo>
                    <a:pt x="34288" y="228600"/>
                  </a:lnTo>
                  <a:cubicBezTo>
                    <a:pt x="15334" y="228600"/>
                    <a:pt x="0" y="213258"/>
                    <a:pt x="0" y="194296"/>
                  </a:cubicBezTo>
                  <a:close/>
                </a:path>
              </a:pathLst>
            </a:custGeom>
            <a:solidFill>
              <a:srgbClr val="F9F7F7"/>
            </a:solidFill>
            <a:ln>
              <a:noFill/>
            </a:ln>
            <a:effectLst/>
          </p:spPr>
        </p:sp>
      </p:grpSp>
      <p:grpSp>
        <p:nvGrpSpPr>
          <p:cNvPr id="17" name="Group 17"/>
          <p:cNvGrpSpPr>
            <a:extLst>
              <a:ext uri="smNativeData">
                <pr:smNativeData xmlns:pr="smNativeData" xmlns="smNativeData" val="SMDATA_6_NH3EaBMAAAAlAAAAAQAAAA8BAAAAkAAAAEgAAACQAAAASAAAAAAAAAAAAAAAAAAAABcAAAAUAAAAAAAAAAAAAAD/fwAA/38AAAAAAAAJAAAABAAAAAAAAAAfAAAAVAAAAAAAAAAAAAAAAAAAAAAAAAAAAAAAAAAAAAAAAAAAAAAAAAAAAAAAAAAAAAAAAAAAAAAAAAAAAAAAAAAAAAAAAAAAAAAAAAAAAAAAAAAAAAAAAAAAACEAAAAYAAAAFAAAAPQ4AAA0DAAAKz0AAGsQAAAQAAAAJgAAAAgAAAD/////AAAAAA=="/>
              </a:ext>
            </a:extLst>
          </p:cNvGrpSpPr>
          <p:nvPr/>
        </p:nvGrpSpPr>
        <p:grpSpPr>
          <a:xfrm>
            <a:off x="9258300" y="1983740"/>
            <a:ext cx="685165" cy="685165"/>
            <a:chOff x="9258300" y="1983740"/>
            <a:chExt cx="685165" cy="685165"/>
          </a:xfrm>
        </p:grpSpPr>
        <p:sp>
          <p:nvSpPr>
            <p:cNvPr id="18" name="Freeform 18"/>
            <p:cNvSpPr>
              <a:extLst>
                <a:ext uri="smNativeData">
                  <pr:smNativeData xmlns:pr="smNativeData" xmlns="smNativeData" val="SMDATA_15_NH3EaBMAAAAlAAAACwAAAA0AAAAAAAAAAAAAAACfBQAAnwUAAAAAAAAAAAAAAAAAAAEAAABQAAAAAAAAAAAA4D8AAAAAAADgPwAAAAAAAOA/AAAAAAAA4D8AAAAAAADgPwAAAAAAAOA/AAAAAAAA4D8AAAAAAADgPwAAAAAAAOA/AAAAAAAA4D8CAAAAjAAAAAEAAAAAAAAA+ff3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GJAso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+ff3AP///wEAAAAAAAAAAAAAAAAAAAAAAAAAAAAAAAAAAAAAAAAAAAAAAAB/f38A7uzhA8zMzADAwP8Af39/AAAAAAAAAAAAAAAAAAAAAAAAAAAAIQAAABgAAAAUAAAA9DgAADQMAAArPQAAaxAAAAAAAAAmAAAACAAAAP//////////"/>
                </a:ext>
              </a:extLst>
            </p:cNvSpPr>
            <p:nvPr/>
          </p:nvSpPr>
          <p:spPr>
            <a:xfrm>
              <a:off x="9258300" y="1983740"/>
              <a:ext cx="685165" cy="685165"/>
            </a:xfrm>
            <a:custGeom>
              <a:avLst/>
              <a:gdLst/>
              <a:ahLst/>
              <a:cxnLst/>
              <a:rect l="0" t="0" r="685165" b="685165"/>
              <a:pathLst>
                <a:path w="685165" h="685165">
                  <a:moveTo>
                    <a:pt x="0" y="342534"/>
                  </a:moveTo>
                  <a:cubicBezTo>
                    <a:pt x="0" y="153369"/>
                    <a:pt x="153369" y="0"/>
                    <a:pt x="342534" y="0"/>
                  </a:cubicBezTo>
                  <a:cubicBezTo>
                    <a:pt x="531700" y="0"/>
                    <a:pt x="685165" y="153369"/>
                    <a:pt x="685165" y="342534"/>
                  </a:cubicBezTo>
                  <a:cubicBezTo>
                    <a:pt x="685165" y="531700"/>
                    <a:pt x="531795" y="685165"/>
                    <a:pt x="342534" y="685165"/>
                  </a:cubicBezTo>
                  <a:cubicBezTo>
                    <a:pt x="153274" y="685165"/>
                    <a:pt x="0" y="531795"/>
                    <a:pt x="0" y="342534"/>
                  </a:cubicBezTo>
                  <a:close/>
                </a:path>
              </a:pathLst>
            </a:custGeom>
            <a:solidFill>
              <a:srgbClr val="F9F7F7"/>
            </a:solidFill>
            <a:ln>
              <a:noFill/>
            </a:ln>
            <a:effectLst/>
          </p:spPr>
        </p:sp>
      </p:grpSp>
      <p:grpSp>
        <p:nvGrpSpPr>
          <p:cNvPr id="19" name="Group 19"/>
          <p:cNvGrpSpPr>
            <a:extLst>
              <a:ext uri="smNativeData">
                <pr:smNativeData xmlns:pr="smNativeData" xmlns="smNativeData" val="SMDATA_6_NH3EaBMAAAAlAAAAAQAAAA8BAAAAkAAAAEgAAACQAAAASAAAAAAAAAAAAAAAAAAAABcAAAAUAAAAAAAAAAAAAAD/fwAA/38AAAAAAAAJAAAABAAAAND///8fAAAAVAAAAAAAAAAAAAAAAAAAAAAAAAAAAAAAAAAAAAAAAAAAAAAAAAAAAAAAAAAAAAAAAAAAAAAAAAAAAAAAAAAAAAAAAAAAAAAAAAAAAAAAAAAAAAAAAAAAACEAAAAYAAAAFAAAAAI6AAD+DAAAHTwAAKEPAAAQAAAAJgAAAAgAAAD/////AAAAAA=="/>
              </a:ext>
            </a:extLst>
          </p:cNvGrpSpPr>
          <p:nvPr/>
        </p:nvGrpSpPr>
        <p:grpSpPr>
          <a:xfrm>
            <a:off x="9429750" y="2112010"/>
            <a:ext cx="342265" cy="428625"/>
            <a:chOff x="9429750" y="2112010"/>
            <a:chExt cx="342265" cy="428625"/>
          </a:xfrm>
        </p:grpSpPr>
        <p:sp>
          <p:nvSpPr>
            <p:cNvPr id="20" name="Freeform 20" descr="preencoded.png"/>
            <p:cNvSpPr>
              <a:extLst>
                <a:ext uri="smNativeData">
                  <pr:smNativeData xmlns:pr="smNativeData" xmlns="smNativeData" val="SMDATA_15_NH3EaBMAAAAlAAAACwAAAA0AAAAAAAAAAAAAAADQAgAAhAMAAAAAAAAAAAAAAAAAAAEAAABQAAAAAAAAAAAA4D8AAAAAAADgPwAAAAAAAOA/AAAAAAAA4D8AAAAAAADgPwAAAAAAAOA/AAAAAAAA4D8AAAAAAADgPwAAAAAAAOA/AAAAAAAA4D8CAAAAjAAAAAEAAAACAAAA////AP///wgAAAAAAAAAALOzA1yDt89NgB+k9t9Rwe8B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Es0z/IeAAAAaAAAAAAAAAAAAAAAAAAAAP////8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AjoAAP4MAAAdPAAAoQ8AAAAAAAAmAAAACAAAAP//////////"/>
                </a:ext>
              </a:extLst>
            </p:cNvSpPr>
            <p:nvPr/>
          </p:nvSpPr>
          <p:spPr>
            <a:xfrm>
              <a:off x="9429750" y="2112010"/>
              <a:ext cx="342265" cy="428625"/>
            </a:xfrm>
            <a:custGeom>
              <a:avLst/>
              <a:gdLst/>
              <a:ahLst/>
              <a:cxnLst/>
              <a:rect l="0" t="0" r="342265" b="428625"/>
              <a:pathLst>
                <a:path w="342265" h="428625">
                  <a:moveTo>
                    <a:pt x="0" y="0"/>
                  </a:moveTo>
                  <a:lnTo>
                    <a:pt x="342265" y="0"/>
                  </a:lnTo>
                  <a:lnTo>
                    <a:pt x="342265" y="428625"/>
                  </a:lnTo>
                  <a:lnTo>
                    <a:pt x="0" y="4286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rcRect/>
              <a:stretch>
                <a:fillRect l="0" t="0" r="-10" b="0"/>
              </a:stretch>
            </a:blipFill>
            <a:ln>
              <a:noFill/>
            </a:ln>
            <a:effectLst/>
          </p:spPr>
        </p:sp>
      </p:grpSp>
      <p:sp>
        <p:nvSpPr>
          <p:cNvPr id="21" name="TextBox 21"/>
          <p:cNvSpPr>
            <a:extLst>
              <a:ext uri="smNativeData">
                <pr:smNativeData xmlns:pr="smNativeData" xmlns="smNativeData" val="SMDATA_15_NH3EaB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XDoAAKYRAADuSwAABRQAABAgAAAmAAAACAAAAP//////////"/>
              </a:ext>
            </a:extLst>
          </p:cNvSpPr>
          <p:nvPr/>
        </p:nvSpPr>
        <p:spPr>
          <a:xfrm>
            <a:off x="9486900" y="2868930"/>
            <a:ext cx="2856230" cy="38544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 algn="l">
              <a:lnSpc>
                <a:spcPts val="2750"/>
              </a:lnSpc>
              <a:defRPr lang="en-us"/>
            </a:pPr>
            <a:r>
              <a:rPr lang="en-us" sz="2185" cap="none">
                <a:solidFill>
                  <a:srgbClr val="504C49"/>
                </a:solidFill>
                <a:latin typeface="Arimo" pitchFamily="0" charset="1"/>
                <a:ea typeface="Arimo" pitchFamily="0" charset="1"/>
                <a:cs typeface="Arimo" pitchFamily="0" charset="1"/>
              </a:rPr>
              <a:t>Планиране</a:t>
            </a:r>
            <a:endParaRPr lang="en-us" sz="2185" cap="none">
              <a:solidFill>
                <a:srgbClr val="504C49"/>
              </a:solidFill>
              <a:latin typeface="Arimo" pitchFamily="0" charset="1"/>
              <a:ea typeface="Arimo" pitchFamily="0" charset="1"/>
              <a:cs typeface="Arimo" pitchFamily="0" charset="1"/>
            </a:endParaRPr>
          </a:p>
        </p:txBody>
      </p:sp>
      <p:sp>
        <p:nvSpPr>
          <p:cNvPr id="22" name="TextBox 22"/>
          <p:cNvSpPr>
            <a:extLst>
              <a:ext uri="smNativeData">
                <pr:smNativeData xmlns:pr="smNativeData" xmlns="smNativeData" val="SMDATA_15_NH3EaB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NRcVVc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XDoAAHQUAAAtagAAHRcAABAgAAAmAAAACAAAAP//////////"/>
              </a:ext>
            </a:extLst>
          </p:cNvSpPr>
          <p:nvPr/>
        </p:nvSpPr>
        <p:spPr>
          <a:xfrm>
            <a:off x="9486900" y="3324860"/>
            <a:ext cx="7773035" cy="43243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 algn="l">
              <a:lnSpc>
                <a:spcPts val="2870"/>
              </a:lnSpc>
              <a:defRPr lang="en-us"/>
            </a:pPr>
            <a:r>
              <a:rPr lang="en-us" cap="none">
                <a:solidFill>
                  <a:srgbClr val="504C49"/>
                </a:solidFill>
                <a:latin typeface="Source Han Sans JP" pitchFamily="0" charset="1"/>
                <a:ea typeface="Source Han Sans JP" pitchFamily="0" charset="1"/>
                <a:cs typeface="Source Han Sans JP" pitchFamily="0" charset="1"/>
              </a:rPr>
              <a:t>Дефиниране на обхвата, ресурсите и времевата рамка.</a:t>
            </a:r>
            <a:endParaRPr lang="en-us" cap="none">
              <a:solidFill>
                <a:srgbClr val="504C49"/>
              </a:solidFill>
              <a:latin typeface="Source Han Sans JP" pitchFamily="0" charset="1"/>
              <a:ea typeface="Source Han Sans JP" pitchFamily="0" charset="1"/>
              <a:cs typeface="Source Han Sans JP" pitchFamily="0" charset="1"/>
            </a:endParaRPr>
          </a:p>
        </p:txBody>
      </p:sp>
      <p:grpSp>
        <p:nvGrpSpPr>
          <p:cNvPr id="23" name="Group 23"/>
          <p:cNvGrpSpPr>
            <a:extLst>
              <a:ext uri="smNativeData">
                <pr:smNativeData xmlns:pr="smNativeData" xmlns="smNativeData" val="SMDATA_6_NH3EaBMAAAAlAAAAAQAAAA8BAAAAkAAAAEgAAACQAAAASAAAAAAAAAAAAAAAAAAAABcAAAAUAAAAAAAAAAAAAAD/fwAA/38AAAAAAAAJAAAABAAAAOD///8fAAAAVAAAAAAAAAAAAAAAAAAAAAAAAAAAAAAAAAAAAAAAAAAAAAAAAAAAAAAAAAAAAAAAAAAAAAAAAAAAAAAAAAAAAAAAAAAAAAAAAAAAAAAAAAAAAAAAAAAAACEAAAAYAAAAFAAAAAcHAACLHwAAjDcAAPMgAAAQAAAAJgAAAAgAAAD/////AAAAAA=="/>
              </a:ext>
            </a:extLst>
          </p:cNvGrpSpPr>
          <p:nvPr/>
        </p:nvGrpSpPr>
        <p:grpSpPr>
          <a:xfrm>
            <a:off x="1142365" y="5127625"/>
            <a:ext cx="7887335" cy="228600"/>
            <a:chOff x="1142365" y="5127625"/>
            <a:chExt cx="7887335" cy="228600"/>
          </a:xfrm>
        </p:grpSpPr>
        <p:sp>
          <p:nvSpPr>
            <p:cNvPr id="24" name="Freeform 24"/>
            <p:cNvSpPr>
              <a:extLst>
                <a:ext uri="smNativeData">
                  <pr:smNativeData xmlns:pr="smNativeData" xmlns="smNativeData" val="SMDATA_15_NH3EaBMAAAAlAAAACwAAAA0AAAAAAAAAAAAAAACxQAAA4AEAAAAAAAAAAAAAAAAAAAEAAABQAAAAAAAAAAAA4D8AAAAAAADgPwAAAAAAAOA/AAAAAAAA4D8AAAAAAADgPwAAAAAAAOA/AAAAAAAA4D8AAAAAAADgPwAAAAAAAOA/AAAAAAAA4D8CAAAAjAAAAAEAAAAAAAAA+ff3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+ff3AP///wEAAAAAAAAAAAAAAAAAAAAAAAAAAAAAAAAAAAAAAAAAAAAAAAB/f38A7uzhA8zMzADAwP8Af39/AAAAAAAAAAAAAAAAAAAAAAAAAAAAIQAAABgAAAAUAAAABwcAAIsfAACMNwAA8yAAAAAAAAAmAAAACAAAAP//////////"/>
                </a:ext>
              </a:extLst>
            </p:cNvSpPr>
            <p:nvPr/>
          </p:nvSpPr>
          <p:spPr>
            <a:xfrm>
              <a:off x="1142365" y="5127625"/>
              <a:ext cx="7887335" cy="228600"/>
            </a:xfrm>
            <a:custGeom>
              <a:avLst/>
              <a:gdLst/>
              <a:ahLst/>
              <a:cxnLst/>
              <a:rect l="0" t="0" r="7887335" b="228600"/>
              <a:pathLst>
                <a:path w="7887335" h="228600">
                  <a:moveTo>
                    <a:pt x="0" y="34304"/>
                  </a:moveTo>
                  <a:cubicBezTo>
                    <a:pt x="0" y="15342"/>
                    <a:pt x="15335" y="0"/>
                    <a:pt x="34291" y="0"/>
                  </a:cubicBezTo>
                  <a:lnTo>
                    <a:pt x="7853043" y="0"/>
                  </a:lnTo>
                  <a:cubicBezTo>
                    <a:pt x="7871999" y="0"/>
                    <a:pt x="7887335" y="15342"/>
                    <a:pt x="7887335" y="34304"/>
                  </a:cubicBezTo>
                  <a:lnTo>
                    <a:pt x="7887335" y="194296"/>
                  </a:lnTo>
                  <a:cubicBezTo>
                    <a:pt x="7887335" y="213258"/>
                    <a:pt x="7871999" y="228600"/>
                    <a:pt x="7853043" y="228600"/>
                  </a:cubicBezTo>
                  <a:lnTo>
                    <a:pt x="34291" y="228600"/>
                  </a:lnTo>
                  <a:cubicBezTo>
                    <a:pt x="15335" y="228600"/>
                    <a:pt x="0" y="213258"/>
                    <a:pt x="0" y="194296"/>
                  </a:cubicBezTo>
                  <a:close/>
                </a:path>
              </a:pathLst>
            </a:custGeom>
            <a:solidFill>
              <a:srgbClr val="F9F7F7"/>
            </a:solidFill>
            <a:ln>
              <a:noFill/>
            </a:ln>
            <a:effectLst/>
          </p:spPr>
        </p:sp>
      </p:grpSp>
      <p:grpSp>
        <p:nvGrpSpPr>
          <p:cNvPr id="25" name="Group 25"/>
          <p:cNvGrpSpPr>
            <a:extLst>
              <a:ext uri="smNativeData">
                <pr:smNativeData xmlns:pr="smNativeData" xmlns="smNativeData" val="SMDATA_6_NH3EaBMAAAAlAAAAAQAAAA8BAAAAkAAAAEgAAACQAAAASAAAAAAAAAAAAAAAAAAAABcAAAAUAAAAAAAAAAAAAAD/fwAA/38AAAAAAAAJAAAABAAAAMr///8fAAAAVAAAAAAAAAAAAAAAAAAAAAAAAAAAAAAAAAAAAAAAAAAAAAAAAAAAAAAAAAAAAAAAAAAAAAAAAAAAAAAAAAAAAAAAAAAAAAAAAAAAAAAAAAAAAAAAAAAAACEAAAAYAAAAFAAAAOwEAAAkHgAAIwkAAFsiAAAQAAAAJgAAAAgAAAD/////AAAAAA=="/>
              </a:ext>
            </a:extLst>
          </p:cNvGrpSpPr>
          <p:nvPr/>
        </p:nvGrpSpPr>
        <p:grpSpPr>
          <a:xfrm>
            <a:off x="800100" y="4899660"/>
            <a:ext cx="685165" cy="685165"/>
            <a:chOff x="800100" y="4899660"/>
            <a:chExt cx="685165" cy="685165"/>
          </a:xfrm>
        </p:grpSpPr>
        <p:sp>
          <p:nvSpPr>
            <p:cNvPr id="26" name="Freeform 26"/>
            <p:cNvSpPr>
              <a:extLst>
                <a:ext uri="smNativeData">
                  <pr:smNativeData xmlns:pr="smNativeData" xmlns="smNativeData" val="SMDATA_15_NH3EaBMAAAAlAAAACwAAAA0AAAAAAAAAAAAAAACfBQAAnwUAAAAAAAAAAAAAAAAAAAEAAABQAAAAAAAAAAAA4D8AAAAAAADgPwAAAAAAAOA/AAAAAAAA4D8AAAAAAADgPwAAAAAAAOA/AAAAAAAA4D8AAAAAAADgPwAAAAAAAOA/AAAAAAAA4D8CAAAAjAAAAAEAAAAAAAAA+ff3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DEgWU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+ff3AP///wEAAAAAAAAAAAAAAAAAAAAAAAAAAAAAAAAAAAAAAAAAAAAAAAB/f38A7uzhA8zMzADAwP8Af39/AAAAAAAAAAAAAAAAAAAAAAAAAAAAIQAAABgAAAAUAAAA7AQAACQeAAAjCQAAWyIAAAAAAAAmAAAACAAAAP//////////"/>
                </a:ext>
              </a:extLst>
            </p:cNvSpPr>
            <p:nvPr/>
          </p:nvSpPr>
          <p:spPr>
            <a:xfrm>
              <a:off x="800100" y="4899660"/>
              <a:ext cx="685165" cy="685165"/>
            </a:xfrm>
            <a:custGeom>
              <a:avLst/>
              <a:gdLst/>
              <a:ahLst/>
              <a:cxnLst/>
              <a:rect l="0" t="0" r="685165" b="685165"/>
              <a:pathLst>
                <a:path w="685165" h="685165">
                  <a:moveTo>
                    <a:pt x="0" y="342534"/>
                  </a:moveTo>
                  <a:cubicBezTo>
                    <a:pt x="0" y="153369"/>
                    <a:pt x="153369" y="0"/>
                    <a:pt x="342534" y="0"/>
                  </a:cubicBezTo>
                  <a:cubicBezTo>
                    <a:pt x="531700" y="0"/>
                    <a:pt x="685165" y="153369"/>
                    <a:pt x="685165" y="342534"/>
                  </a:cubicBezTo>
                  <a:cubicBezTo>
                    <a:pt x="685165" y="531700"/>
                    <a:pt x="531795" y="685165"/>
                    <a:pt x="342534" y="685165"/>
                  </a:cubicBezTo>
                  <a:cubicBezTo>
                    <a:pt x="153274" y="685165"/>
                    <a:pt x="0" y="531795"/>
                    <a:pt x="0" y="342534"/>
                  </a:cubicBezTo>
                  <a:close/>
                </a:path>
              </a:pathLst>
            </a:custGeom>
            <a:solidFill>
              <a:srgbClr val="F9F7F7"/>
            </a:solidFill>
            <a:ln>
              <a:noFill/>
            </a:ln>
            <a:effectLst/>
          </p:spPr>
        </p:sp>
      </p:grpSp>
      <p:grpSp>
        <p:nvGrpSpPr>
          <p:cNvPr id="27" name="Group 27"/>
          <p:cNvGrpSpPr>
            <a:extLst>
              <a:ext uri="smNativeData">
                <pr:smNativeData xmlns:pr="smNativeData" xmlns="smNativeData" val="SMDATA_6_NH3EaBMAAAAlAAAAAQAAAA8BAAAAkAAAAEgAAACQAAAASAAAAAAAAAAAAAAAAAAAABcAAAAUAAAAAAAAAAAAAAD/fwAA/38AAAAAAAAJAAAABAAAAPj///8fAAAAVAAAAAAAAAAAAAAAAAAAAAAAAAAAAAAAAAAAAAAAAAAAAAAAAAAAAAAAAAAAAAAAAAAAAAAAAAAAAAAAAAAAAAAAAAAAAAAAAAAAAAAAAAAAAAAAAAAAACEAAAAYAAAAFAAAAPkFAADuHgAAFQgAAJEhAAAQAAAAJgAAAAgAAAD/////AAAAAA=="/>
              </a:ext>
            </a:extLst>
          </p:cNvGrpSpPr>
          <p:nvPr/>
        </p:nvGrpSpPr>
        <p:grpSpPr>
          <a:xfrm>
            <a:off x="970915" y="5027930"/>
            <a:ext cx="342900" cy="428625"/>
            <a:chOff x="970915" y="5027930"/>
            <a:chExt cx="342900" cy="428625"/>
          </a:xfrm>
        </p:grpSpPr>
        <p:sp>
          <p:nvSpPr>
            <p:cNvPr id="28" name="Freeform 28" descr="preencoded.png"/>
            <p:cNvSpPr>
              <a:extLst>
                <a:ext uri="smNativeData">
                  <pr:smNativeData xmlns:pr="smNativeData" xmlns="smNativeData" val="SMDATA_15_NH3EaBMAAAAlAAAACwAAAA0AAAAAAAAAAAAAAADQAgAAhAMAAAAAAAAAAAAAAAAAAAEAAABQAAAAAAAAAAAA4D8AAAAAAADgPwAAAAAAAOA/AAAAAAAA4D8AAAAAAADgPwAAAAAAAOA/AAAAAAAA4D8AAAAAAADgPwAAAAAAAOA/AAAAAAAA4D8CAAAAjAAAAAEAAAACAAAA////AP///wgAAAAAAAAAAFpVRepgppFHtc1WLFIp+3sB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P////8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+QUAAO4eAAAVCAAAkSEAAAAAAAAmAAAACAAAAP//////////"/>
                </a:ext>
              </a:extLst>
            </p:cNvSpPr>
            <p:nvPr/>
          </p:nvSpPr>
          <p:spPr>
            <a:xfrm>
              <a:off x="970915" y="5027930"/>
              <a:ext cx="342900" cy="428625"/>
            </a:xfrm>
            <a:custGeom>
              <a:avLst/>
              <a:gdLst/>
              <a:ahLst/>
              <a:cxnLst/>
              <a:rect l="0" t="0" r="342900" b="428625"/>
              <a:pathLst>
                <a:path w="342900" h="428625">
                  <a:moveTo>
                    <a:pt x="0" y="0"/>
                  </a:moveTo>
                  <a:lnTo>
                    <a:pt x="342900" y="0"/>
                  </a:lnTo>
                  <a:lnTo>
                    <a:pt x="342900" y="428625"/>
                  </a:lnTo>
                  <a:lnTo>
                    <a:pt x="0" y="4286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/>
              <a:stretch>
                <a:fillRect l="0" t="0" r="-10" b="0"/>
              </a:stretch>
            </a:blipFill>
            <a:ln>
              <a:noFill/>
            </a:ln>
            <a:effectLst/>
          </p:spPr>
        </p:sp>
      </p:grpSp>
      <p:sp>
        <p:nvSpPr>
          <p:cNvPr id="29" name="TextBox 29"/>
          <p:cNvSpPr>
            <a:extLst>
              <a:ext uri="smNativeData">
                <pr:smNativeData xmlns:pr="smNativeData" xmlns="smNativeData" val="SMDATA_15_NH3EaB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UwYAAJYjAADmFwAA9SUAABAgAAAmAAAACAAAAP//////////"/>
              </a:ext>
            </a:extLst>
          </p:cNvSpPr>
          <p:nvPr/>
        </p:nvSpPr>
        <p:spPr>
          <a:xfrm>
            <a:off x="1028065" y="5784850"/>
            <a:ext cx="2856865" cy="38544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 algn="l">
              <a:lnSpc>
                <a:spcPts val="2750"/>
              </a:lnSpc>
              <a:defRPr lang="en-us"/>
            </a:pPr>
            <a:r>
              <a:rPr lang="en-us" sz="2185" cap="none">
                <a:solidFill>
                  <a:srgbClr val="504C49"/>
                </a:solidFill>
                <a:latin typeface="Arimo" pitchFamily="0" charset="1"/>
                <a:ea typeface="Arimo" pitchFamily="0" charset="1"/>
                <a:cs typeface="Arimo" pitchFamily="0" charset="1"/>
              </a:rPr>
              <a:t>Дизайн</a:t>
            </a:r>
            <a:endParaRPr lang="en-us" sz="2185" cap="none">
              <a:solidFill>
                <a:srgbClr val="504C49"/>
              </a:solidFill>
              <a:latin typeface="Arimo" pitchFamily="0" charset="1"/>
              <a:ea typeface="Arimo" pitchFamily="0" charset="1"/>
              <a:cs typeface="Arimo" pitchFamily="0" charset="1"/>
            </a:endParaRPr>
          </a:p>
        </p:txBody>
      </p:sp>
      <p:sp>
        <p:nvSpPr>
          <p:cNvPr id="30" name="TextBox 30"/>
          <p:cNvSpPr>
            <a:extLst>
              <a:ext uri="smNativeData">
                <pr:smNativeData xmlns:pr="smNativeData" xmlns="smNativeData" val="SMDATA_15_NH3EaB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JQ2tPU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UwYAAGQmAAAkNgAADSkAABAgAAAmAAAACAAAAP//////////"/>
              </a:ext>
            </a:extLst>
          </p:cNvSpPr>
          <p:nvPr/>
        </p:nvSpPr>
        <p:spPr>
          <a:xfrm>
            <a:off x="1028065" y="6240780"/>
            <a:ext cx="7773035" cy="43243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 algn="l">
              <a:lnSpc>
                <a:spcPts val="2870"/>
              </a:lnSpc>
              <a:defRPr lang="en-us"/>
            </a:pPr>
            <a:r>
              <a:rPr lang="en-us" cap="none">
                <a:solidFill>
                  <a:srgbClr val="504C49"/>
                </a:solidFill>
                <a:latin typeface="Source Han Sans JP" pitchFamily="0" charset="1"/>
                <a:ea typeface="Source Han Sans JP" pitchFamily="0" charset="1"/>
                <a:cs typeface="Source Han Sans JP" pitchFamily="0" charset="1"/>
              </a:rPr>
              <a:t>Създаване на архитектурата и потребителския интерфейс.</a:t>
            </a:r>
            <a:endParaRPr lang="en-us" cap="none">
              <a:solidFill>
                <a:srgbClr val="504C49"/>
              </a:solidFill>
              <a:latin typeface="Source Han Sans JP" pitchFamily="0" charset="1"/>
              <a:ea typeface="Source Han Sans JP" pitchFamily="0" charset="1"/>
              <a:cs typeface="Source Han Sans JP" pitchFamily="0" charset="1"/>
            </a:endParaRPr>
          </a:p>
        </p:txBody>
      </p:sp>
      <p:grpSp>
        <p:nvGrpSpPr>
          <p:cNvPr id="31" name="Group 31"/>
          <p:cNvGrpSpPr>
            <a:extLst>
              <a:ext uri="smNativeData">
                <pr:smNativeData xmlns:pr="smNativeData" xmlns="smNativeData" val="SMDATA_6_NH3EaBMAAAAlAAAAAQAAAA8BAAAAkAAAAEgAAACQAAAASAAAAAAAAAAAAAAAAAAAABcAAAAUAAAAAAAAAAAAAAD/fwAA/38AAAAAAAAJAAAABAAAAAAAAAAfAAAAVAAAAAAAAAAAAAAAAAAAAAAAAAAAAAAAAAAAAAAAAAAAAAAAAAAAAAAAAAAAAAAAAAAAAAAAAAAAAAAAAAAAAAAAAAAAAAAAAAAAAAAAAAAAAAAAAAAAACEAAAAYAAAAFAAAABA7AABwHQAAlGsAANceAAAQAAAAJgAAAAgAAAD/////AAAAAA=="/>
              </a:ext>
            </a:extLst>
          </p:cNvGrpSpPr>
          <p:nvPr/>
        </p:nvGrpSpPr>
        <p:grpSpPr>
          <a:xfrm>
            <a:off x="9601200" y="4785360"/>
            <a:ext cx="7886700" cy="227965"/>
            <a:chOff x="9601200" y="4785360"/>
            <a:chExt cx="7886700" cy="227965"/>
          </a:xfrm>
        </p:grpSpPr>
        <p:sp>
          <p:nvSpPr>
            <p:cNvPr id="32" name="Freeform 32"/>
            <p:cNvSpPr>
              <a:extLst>
                <a:ext uri="smNativeData">
                  <pr:smNativeData xmlns:pr="smNativeData" xmlns="smNativeData" val="SMDATA_15_NH3EaBMAAAAlAAAACwAAAA0AAAAAAAAAAAAAAACxQAAA4AEAAAAAAAAAAAAAAAAAAAEAAABQAAAAAAAAAAAA4D8AAAAAAADgPwAAAAAAAOA/AAAAAAAA4D8AAAAAAADgPwAAAAAAAOA/AAAAAAAA4D8AAAAAAADgPwAAAAAAAOA/AAAAAAAA4D8CAAAAjAAAAAEAAAAAAAAA+ff3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+ff3AP///wEAAAAAAAAAAAAAAAAAAAAAAAAAAAAAAAAAAAAAAAAAAAAAAAB/f38A7uzhA8zMzADAwP8Af39/AAAAAAAAAAAAAAAAAAAAAAAAAAAAIQAAABgAAAAUAAAAEDsAAHAdAACUawAA1x4AAAAAAAAmAAAACAAAAP//////////"/>
                </a:ext>
              </a:extLst>
            </p:cNvSpPr>
            <p:nvPr/>
          </p:nvSpPr>
          <p:spPr>
            <a:xfrm>
              <a:off x="9601200" y="4785360"/>
              <a:ext cx="7886700" cy="227965"/>
            </a:xfrm>
            <a:custGeom>
              <a:avLst/>
              <a:gdLst/>
              <a:ahLst/>
              <a:cxnLst/>
              <a:rect l="0" t="0" r="7886700" b="227965"/>
              <a:pathLst>
                <a:path w="7886700" h="227965">
                  <a:moveTo>
                    <a:pt x="0" y="34209"/>
                  </a:moveTo>
                  <a:cubicBezTo>
                    <a:pt x="0" y="15299"/>
                    <a:pt x="15334" y="0"/>
                    <a:pt x="34288" y="0"/>
                  </a:cubicBezTo>
                  <a:lnTo>
                    <a:pt x="7852412" y="0"/>
                  </a:lnTo>
                  <a:cubicBezTo>
                    <a:pt x="7871366" y="0"/>
                    <a:pt x="7886700" y="15299"/>
                    <a:pt x="7886700" y="34209"/>
                  </a:cubicBezTo>
                  <a:lnTo>
                    <a:pt x="7886700" y="193755"/>
                  </a:lnTo>
                  <a:cubicBezTo>
                    <a:pt x="7886700" y="212665"/>
                    <a:pt x="7871366" y="227965"/>
                    <a:pt x="7852412" y="227965"/>
                  </a:cubicBezTo>
                  <a:lnTo>
                    <a:pt x="34288" y="227965"/>
                  </a:lnTo>
                  <a:cubicBezTo>
                    <a:pt x="15334" y="227965"/>
                    <a:pt x="0" y="212665"/>
                    <a:pt x="0" y="193755"/>
                  </a:cubicBezTo>
                  <a:close/>
                </a:path>
              </a:pathLst>
            </a:custGeom>
            <a:solidFill>
              <a:srgbClr val="F9F7F7"/>
            </a:solidFill>
            <a:ln>
              <a:noFill/>
            </a:ln>
            <a:effectLst/>
          </p:spPr>
        </p:sp>
      </p:grpSp>
      <p:grpSp>
        <p:nvGrpSpPr>
          <p:cNvPr id="33" name="Group 33"/>
          <p:cNvGrpSpPr>
            <a:extLst>
              <a:ext uri="smNativeData">
                <pr:smNativeData xmlns:pr="smNativeData" xmlns="smNativeData" val="SMDATA_6_NH3EaBMAAAAlAAAAAQAAAA8BAAAAkAAAAEgAAACQAAAASAAAAAAAAAAAAAAAAAAAABcAAAAUAAAAAAAAAAAAAAD/fwAA/38AAAAAAAAJAAAABAAAAPj///8fAAAAVAAAAAAAAAAAAAAAAAAAAAAAAAAAAAAAAAAAAAAAAAAAAAAAAAAAAAAAAAAAAAAAAAAAAAAAAAAAAAAAAAAAAAAAAAAAAAAAAAAAAAAAAAAAAAAAAAAAACEAAAAYAAAAFAAAAPQ4AAAIHAAAKz0AAD8gAAAQAAAAJgAAAAgAAAD/////AAAAAA=="/>
              </a:ext>
            </a:extLst>
          </p:cNvGrpSpPr>
          <p:nvPr/>
        </p:nvGrpSpPr>
        <p:grpSpPr>
          <a:xfrm>
            <a:off x="9258300" y="4556760"/>
            <a:ext cx="685165" cy="685165"/>
            <a:chOff x="9258300" y="4556760"/>
            <a:chExt cx="685165" cy="685165"/>
          </a:xfrm>
        </p:grpSpPr>
        <p:sp>
          <p:nvSpPr>
            <p:cNvPr id="34" name="Freeform 34"/>
            <p:cNvSpPr>
              <a:extLst>
                <a:ext uri="smNativeData">
                  <pr:smNativeData xmlns:pr="smNativeData" xmlns="smNativeData" val="SMDATA_15_NH3EaBMAAAAlAAAACwAAAA0AAAAAAAAAAAAAAACfBQAAnwUAAAAAAAAAAAAAAAAAAAEAAABQAAAAAAAAAAAA4D8AAAAAAADgPwAAAAAAAOA/AAAAAAAA4D8AAAAAAADgPwAAAAAAAOA/AAAAAAAA4D8AAAAAAADgPwAAAAAAAOA/AAAAAAAA4D8CAAAAjAAAAAEAAAAAAAAA+ff3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K+iMjY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+ff3AP///wEAAAAAAAAAAAAAAAAAAAAAAAAAAAAAAAAAAAAAAAAAAAAAAAB/f38A7uzhA8zMzADAwP8Af39/AAAAAAAAAAAAAAAAAAAAAAAAAAAAIQAAABgAAAAUAAAA9DgAAAgcAAArPQAAPyAAAAAAAAAmAAAACAAAAP//////////"/>
                </a:ext>
              </a:extLst>
            </p:cNvSpPr>
            <p:nvPr/>
          </p:nvSpPr>
          <p:spPr>
            <a:xfrm>
              <a:off x="9258300" y="4556760"/>
              <a:ext cx="685165" cy="685165"/>
            </a:xfrm>
            <a:custGeom>
              <a:avLst/>
              <a:gdLst/>
              <a:ahLst/>
              <a:cxnLst/>
              <a:rect l="0" t="0" r="685165" b="685165"/>
              <a:pathLst>
                <a:path w="685165" h="685165">
                  <a:moveTo>
                    <a:pt x="0" y="342534"/>
                  </a:moveTo>
                  <a:cubicBezTo>
                    <a:pt x="0" y="153369"/>
                    <a:pt x="153369" y="0"/>
                    <a:pt x="342534" y="0"/>
                  </a:cubicBezTo>
                  <a:cubicBezTo>
                    <a:pt x="531700" y="0"/>
                    <a:pt x="685165" y="153369"/>
                    <a:pt x="685165" y="342534"/>
                  </a:cubicBezTo>
                  <a:cubicBezTo>
                    <a:pt x="685165" y="531700"/>
                    <a:pt x="531795" y="685165"/>
                    <a:pt x="342534" y="685165"/>
                  </a:cubicBezTo>
                  <a:cubicBezTo>
                    <a:pt x="153274" y="685165"/>
                    <a:pt x="0" y="531795"/>
                    <a:pt x="0" y="342534"/>
                  </a:cubicBezTo>
                  <a:close/>
                </a:path>
              </a:pathLst>
            </a:custGeom>
            <a:solidFill>
              <a:srgbClr val="F9F7F7"/>
            </a:solidFill>
            <a:ln>
              <a:noFill/>
            </a:ln>
            <a:effectLst/>
          </p:spPr>
        </p:sp>
      </p:grpSp>
      <p:grpSp>
        <p:nvGrpSpPr>
          <p:cNvPr id="35" name="Group 35"/>
          <p:cNvGrpSpPr>
            <a:extLst>
              <a:ext uri="smNativeData">
                <pr:smNativeData xmlns:pr="smNativeData" xmlns="smNativeData" val="SMDATA_6_NH3EaBMAAAAlAAAAAQAAAA8BAAAAkAAAAEgAAACQAAAASAAAAAAAAAAAAAAAAAAAABcAAAAUAAAAAAAAAAAAAAD/fwAA/38AAAAAAAAJAAAABAAAAPD///8fAAAAVAAAAAAAAAAAAAAAAAAAAAAAAAAAAAAAAAAAAAAAAAAAAAAAAAAAAAAAAAAAAAAAAAAAAAAAAAAAAAAAAAAAAAAAAAAAAAAAAAAAAAAAAAAAAAAAAAAAACEAAAAYAAAAFAAAAAI6AADSHAAAHTwAAHUfAAAQAAAAJgAAAAgAAAD/////AAAAAA=="/>
              </a:ext>
            </a:extLst>
          </p:cNvGrpSpPr>
          <p:nvPr/>
        </p:nvGrpSpPr>
        <p:grpSpPr>
          <a:xfrm>
            <a:off x="9429750" y="4685030"/>
            <a:ext cx="342265" cy="428625"/>
            <a:chOff x="9429750" y="4685030"/>
            <a:chExt cx="342265" cy="428625"/>
          </a:xfrm>
        </p:grpSpPr>
        <p:sp>
          <p:nvSpPr>
            <p:cNvPr id="36" name="Freeform 36" descr="preencoded.png"/>
            <p:cNvSpPr>
              <a:extLst>
                <a:ext uri="smNativeData">
                  <pr:smNativeData xmlns:pr="smNativeData" xmlns="smNativeData" val="SMDATA_15_NH3EaBMAAAAlAAAACwAAAA0AAAAAAAAAAAAAAADQAgAAhAMAAAAAAAAAAAAAAAAAAAEAAABQAAAAAAAAAAAA4D8AAAAAAADgPwAAAAAAAOA/AAAAAAAA4D8AAAAAAADgPwAAAAAAAOA/AAAAAAAA4D8AAAAAAADgPwAAAAAAAOA/AAAAAAAA4D8CAAAAjAAAAAEAAAACAAAA////AP///wgAAAAAAAAAAOIuNTgooLRPv/aw1tOmO7YB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P////8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AjoAANIcAAAdPAAAdR8AAAAAAAAmAAAACAAAAP//////////"/>
                </a:ext>
              </a:extLst>
            </p:cNvSpPr>
            <p:nvPr/>
          </p:nvSpPr>
          <p:spPr>
            <a:xfrm>
              <a:off x="9429750" y="4685030"/>
              <a:ext cx="342265" cy="428625"/>
            </a:xfrm>
            <a:custGeom>
              <a:avLst/>
              <a:gdLst/>
              <a:ahLst/>
              <a:cxnLst/>
              <a:rect l="0" t="0" r="342265" b="428625"/>
              <a:pathLst>
                <a:path w="342265" h="428625">
                  <a:moveTo>
                    <a:pt x="0" y="0"/>
                  </a:moveTo>
                  <a:lnTo>
                    <a:pt x="342265" y="0"/>
                  </a:lnTo>
                  <a:lnTo>
                    <a:pt x="342265" y="428625"/>
                  </a:lnTo>
                  <a:lnTo>
                    <a:pt x="0" y="4286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rcRect/>
              <a:stretch>
                <a:fillRect l="0" t="0" r="-10" b="0"/>
              </a:stretch>
            </a:blipFill>
            <a:ln>
              <a:noFill/>
            </a:ln>
            <a:effectLst/>
          </p:spPr>
        </p:sp>
      </p:grpSp>
      <p:sp>
        <p:nvSpPr>
          <p:cNvPr id="37" name="TextBox 37"/>
          <p:cNvSpPr>
            <a:extLst>
              <a:ext uri="smNativeData">
                <pr:smNativeData xmlns:pr="smNativeData" xmlns="smNativeData" val="SMDATA_15_NH3EaB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XDoAAHohAADuSwAA2SMAABAgAAAmAAAACAAAAP//////////"/>
              </a:ext>
            </a:extLst>
          </p:cNvSpPr>
          <p:nvPr/>
        </p:nvSpPr>
        <p:spPr>
          <a:xfrm>
            <a:off x="9486900" y="5441950"/>
            <a:ext cx="2856230" cy="38544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 algn="l">
              <a:lnSpc>
                <a:spcPts val="2750"/>
              </a:lnSpc>
              <a:defRPr lang="en-us"/>
            </a:pPr>
            <a:r>
              <a:rPr lang="en-us" sz="2185" cap="none">
                <a:solidFill>
                  <a:srgbClr val="504C49"/>
                </a:solidFill>
                <a:latin typeface="Arimo" pitchFamily="0" charset="1"/>
                <a:ea typeface="Arimo" pitchFamily="0" charset="1"/>
                <a:cs typeface="Arimo" pitchFamily="0" charset="1"/>
              </a:rPr>
              <a:t>Разработка</a:t>
            </a:r>
            <a:endParaRPr lang="en-us" sz="2185" cap="none">
              <a:solidFill>
                <a:srgbClr val="504C49"/>
              </a:solidFill>
              <a:latin typeface="Arimo" pitchFamily="0" charset="1"/>
              <a:ea typeface="Arimo" pitchFamily="0" charset="1"/>
              <a:cs typeface="Arimo" pitchFamily="0" charset="1"/>
            </a:endParaRPr>
          </a:p>
        </p:txBody>
      </p:sp>
      <p:sp>
        <p:nvSpPr>
          <p:cNvPr id="38" name="TextBox 38"/>
          <p:cNvSpPr>
            <a:extLst>
              <a:ext uri="smNativeData">
                <pr:smNativeData xmlns:pr="smNativeData" xmlns="smNativeData" val="SMDATA_15_NH3EaB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XDoAAEgkAAAtagAA8SYAABAgAAAmAAAACAAAAP//////////"/>
              </a:ext>
            </a:extLst>
          </p:cNvSpPr>
          <p:nvPr/>
        </p:nvSpPr>
        <p:spPr>
          <a:xfrm>
            <a:off x="9486900" y="5897880"/>
            <a:ext cx="7773035" cy="43243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 algn="l">
              <a:lnSpc>
                <a:spcPts val="2870"/>
              </a:lnSpc>
              <a:defRPr lang="en-us"/>
            </a:pPr>
            <a:r>
              <a:rPr lang="en-us" cap="none">
                <a:solidFill>
                  <a:srgbClr val="504C49"/>
                </a:solidFill>
                <a:latin typeface="Source Han Sans JP" pitchFamily="0" charset="1"/>
                <a:ea typeface="Source Han Sans JP" pitchFamily="0" charset="1"/>
                <a:cs typeface="Source Han Sans JP" pitchFamily="0" charset="1"/>
              </a:rPr>
              <a:t>Изграждане на софтуера според спецификациите.</a:t>
            </a:r>
            <a:endParaRPr lang="en-us" cap="none">
              <a:solidFill>
                <a:srgbClr val="504C49"/>
              </a:solidFill>
              <a:latin typeface="Source Han Sans JP" pitchFamily="0" charset="1"/>
              <a:ea typeface="Source Han Sans JP" pitchFamily="0" charset="1"/>
              <a:cs typeface="Source Han Sans JP" pitchFamily="0" charset="1"/>
            </a:endParaRPr>
          </a:p>
        </p:txBody>
      </p:sp>
      <p:grpSp>
        <p:nvGrpSpPr>
          <p:cNvPr id="39" name="Group 39"/>
          <p:cNvGrpSpPr>
            <a:extLst>
              <a:ext uri="smNativeData">
                <pr:smNativeData xmlns:pr="smNativeData" xmlns="smNativeData" val="SMDATA_6_NH3EaBMAAAAlAAAAAQAAAA8BAAAAkAAAAEgAAACQAAAASAAAAAAAAAAAAAAAAAAAABcAAAAUAAAAAAAAAAAAAAD/fwAA/38AAAAAAAAJAAAABAAAAOT///8fAAAAVAAAAAAAAAAAAAAAAAAAAAAAAAAAAAAAAAAAAAAAAAAAAAAAAAAAAAAAAAAAAAAAAAAAAAAAAAAAAAAAAAAAAAAAAAAAAAAAAAAAAAAAAAAAAAAAAAAAACEAAAAYAAAAFAAAAAcHAABgLwAAjDcAAMcwAAAQAAAAJgAAAAgAAAD/////AAAAAA=="/>
              </a:ext>
            </a:extLst>
          </p:cNvGrpSpPr>
          <p:nvPr/>
        </p:nvGrpSpPr>
        <p:grpSpPr>
          <a:xfrm>
            <a:off x="1142365" y="7701280"/>
            <a:ext cx="7887335" cy="227965"/>
            <a:chOff x="1142365" y="7701280"/>
            <a:chExt cx="7887335" cy="227965"/>
          </a:xfrm>
        </p:grpSpPr>
        <p:sp>
          <p:nvSpPr>
            <p:cNvPr id="40" name="Freeform 40"/>
            <p:cNvSpPr>
              <a:extLst>
                <a:ext uri="smNativeData">
                  <pr:smNativeData xmlns:pr="smNativeData" xmlns="smNativeData" val="SMDATA_15_NH3EaBMAAAAlAAAACwAAAA0AAAAAAAAAAAAAAACxQAAA4AEAAAAAAAAAAAAAAAAAAAEAAABQAAAAAAAAAAAA4D8AAAAAAADgPwAAAAAAAOA/AAAAAAAA4D8AAAAAAADgPwAAAAAAAOA/AAAAAAAA4D8AAAAAAADgPwAAAAAAAOA/AAAAAAAA4D8CAAAAjAAAAAEAAAAAAAAA+ff3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+ff3AP///wEAAAAAAAAAAAAAAAAAAAAAAAAAAAAAAAAAAAAAAAAAAAAAAAB/f38A7uzhA8zMzADAwP8Af39/AAAAAAAAAAAAAAAAAAAAAAAAAAAAIQAAABgAAAAUAAAABwcAAGAvAACMNwAAxzAAAAAAAAAmAAAACAAAAP//////////"/>
                </a:ext>
              </a:extLst>
            </p:cNvSpPr>
            <p:nvPr/>
          </p:nvSpPr>
          <p:spPr>
            <a:xfrm>
              <a:off x="1142365" y="7701280"/>
              <a:ext cx="7887335" cy="227965"/>
            </a:xfrm>
            <a:custGeom>
              <a:avLst/>
              <a:gdLst/>
              <a:ahLst/>
              <a:cxnLst/>
              <a:rect l="0" t="0" r="7887335" b="227965"/>
              <a:pathLst>
                <a:path w="7887335" h="227965">
                  <a:moveTo>
                    <a:pt x="0" y="34209"/>
                  </a:moveTo>
                  <a:cubicBezTo>
                    <a:pt x="0" y="15299"/>
                    <a:pt x="15335" y="0"/>
                    <a:pt x="34291" y="0"/>
                  </a:cubicBezTo>
                  <a:lnTo>
                    <a:pt x="7853043" y="0"/>
                  </a:lnTo>
                  <a:cubicBezTo>
                    <a:pt x="7871999" y="0"/>
                    <a:pt x="7887335" y="15299"/>
                    <a:pt x="7887335" y="34209"/>
                  </a:cubicBezTo>
                  <a:lnTo>
                    <a:pt x="7887335" y="193755"/>
                  </a:lnTo>
                  <a:cubicBezTo>
                    <a:pt x="7887335" y="212665"/>
                    <a:pt x="7871999" y="227965"/>
                    <a:pt x="7853043" y="227965"/>
                  </a:cubicBezTo>
                  <a:lnTo>
                    <a:pt x="34291" y="227965"/>
                  </a:lnTo>
                  <a:cubicBezTo>
                    <a:pt x="15335" y="227965"/>
                    <a:pt x="0" y="212665"/>
                    <a:pt x="0" y="193755"/>
                  </a:cubicBezTo>
                  <a:close/>
                </a:path>
              </a:pathLst>
            </a:custGeom>
            <a:solidFill>
              <a:srgbClr val="F9F7F7"/>
            </a:solidFill>
            <a:ln>
              <a:noFill/>
            </a:ln>
            <a:effectLst/>
          </p:spPr>
        </p:sp>
      </p:grpSp>
      <p:grpSp>
        <p:nvGrpSpPr>
          <p:cNvPr id="41" name="Group 41"/>
          <p:cNvGrpSpPr>
            <a:extLst>
              <a:ext uri="smNativeData">
                <pr:smNativeData xmlns:pr="smNativeData" xmlns="smNativeData" val="SMDATA_6_NH3EaBMAAAAlAAAAAQAAAA8BAAAAkAAAAEgAAACQAAAASAAAAAAAAAAAAAAAAAAAABcAAAAUAAAAAAAAAAAAAAD/fwAA/38AAAAAAAAJAAAABAAAAPD///8fAAAAVAAAAAAAAAAAAAAAAAAAAAAAAAAAAAAAAAAAAAAAAAAAAAAAAAAAAAAAAAAAAAAAAAAAAAAAAAAAAAAAAAAAAAAAAAAAAAAAAAAAAAAAAAAAAAAAAAAAACEAAAAYAAAAFAAAAOwEAAD4LQAAIwkAADAyAAAQAAAAJgAAAAgAAAD/////AAAAAA=="/>
              </a:ext>
            </a:extLst>
          </p:cNvGrpSpPr>
          <p:nvPr/>
        </p:nvGrpSpPr>
        <p:grpSpPr>
          <a:xfrm>
            <a:off x="800100" y="7472680"/>
            <a:ext cx="685165" cy="685800"/>
            <a:chOff x="800100" y="7472680"/>
            <a:chExt cx="685165" cy="685800"/>
          </a:xfrm>
        </p:grpSpPr>
        <p:sp>
          <p:nvSpPr>
            <p:cNvPr id="42" name="Freeform 42"/>
            <p:cNvSpPr>
              <a:extLst>
                <a:ext uri="smNativeData">
                  <pr:smNativeData xmlns:pr="smNativeData" xmlns="smNativeData" val="SMDATA_15_NH3EaBMAAAAlAAAACwAAAA0AAAAAAAAAAAAAAACfBQAAnwUAAAAAAAAAAAAAAAAAAAEAAABQAAAAAAAAAAAA4D8AAAAAAADgPwAAAAAAAOA/AAAAAAAA4D8AAAAAAADgPwAAAAAAAOA/AAAAAAAA4D8AAAAAAADgPwAAAAAAAOA/AAAAAAAA4D8CAAAAjAAAAAEAAAAAAAAA+ff3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+ff3AP///wEAAAAAAAAAAAAAAAAAAAAAAAAAAAAAAAAAAAAAAAAAAAAAAAB/f38A7uzhA8zMzADAwP8Af39/AAAAAAAAAAAAAAAAAAAAAAAAAAAAIQAAABgAAAAUAAAA7AQAAPgtAAAjCQAAMDIAAAAAAAAmAAAACAAAAP//////////"/>
                </a:ext>
              </a:extLst>
            </p:cNvSpPr>
            <p:nvPr/>
          </p:nvSpPr>
          <p:spPr>
            <a:xfrm>
              <a:off x="800100" y="7472680"/>
              <a:ext cx="685165" cy="685800"/>
            </a:xfrm>
            <a:custGeom>
              <a:avLst/>
              <a:gdLst/>
              <a:ahLst/>
              <a:cxnLst/>
              <a:rect l="0" t="0" r="685165" b="685800"/>
              <a:pathLst>
                <a:path w="685165" h="685800">
                  <a:moveTo>
                    <a:pt x="0" y="342852"/>
                  </a:moveTo>
                  <a:cubicBezTo>
                    <a:pt x="0" y="153512"/>
                    <a:pt x="153369" y="0"/>
                    <a:pt x="342534" y="0"/>
                  </a:cubicBezTo>
                  <a:cubicBezTo>
                    <a:pt x="531700" y="0"/>
                    <a:pt x="685165" y="153512"/>
                    <a:pt x="685165" y="342852"/>
                  </a:cubicBezTo>
                  <a:cubicBezTo>
                    <a:pt x="685165" y="532193"/>
                    <a:pt x="531795" y="685800"/>
                    <a:pt x="342534" y="685800"/>
                  </a:cubicBezTo>
                  <a:cubicBezTo>
                    <a:pt x="153274" y="685800"/>
                    <a:pt x="0" y="532288"/>
                    <a:pt x="0" y="342852"/>
                  </a:cubicBezTo>
                  <a:close/>
                </a:path>
              </a:pathLst>
            </a:custGeom>
            <a:solidFill>
              <a:srgbClr val="F9F7F7"/>
            </a:solidFill>
            <a:ln>
              <a:noFill/>
            </a:ln>
            <a:effectLst/>
          </p:spPr>
        </p:sp>
      </p:grpSp>
      <p:grpSp>
        <p:nvGrpSpPr>
          <p:cNvPr id="43" name="Group 43"/>
          <p:cNvGrpSpPr>
            <a:extLst>
              <a:ext uri="smNativeData">
                <pr:smNativeData xmlns:pr="smNativeData" xmlns="smNativeData" val="SMDATA_6_NH3EaBMAAAAlAAAAAQAAAA8BAAAAkAAAAEgAAACQAAAASAAAAAAAAAAAAAAAAAAAABcAAAAUAAAAAAAAAAAAAAD/fwAA/38AAAAAAAAJAAAABAAAAAgAAAAfAAAAVAAAAAAAAAAAAAAAAAAAAAAAAAAAAAAAAAAAAAAAAAAAAAAAAAAAAAAAAAAAAAAAAAAAAAAAAAAAAAAAAAAAAAAAAAAAAAAAAAAAAAAAAAAAAAAAAAAAACEAAAAYAAAAFAAAAPkFAADCLgAAFQgAAGUxAAAQAAAAJgAAAAgAAAD/////AAAAAA=="/>
              </a:ext>
            </a:extLst>
          </p:cNvGrpSpPr>
          <p:nvPr/>
        </p:nvGrpSpPr>
        <p:grpSpPr>
          <a:xfrm>
            <a:off x="970915" y="7600950"/>
            <a:ext cx="342900" cy="428625"/>
            <a:chOff x="970915" y="7600950"/>
            <a:chExt cx="342900" cy="428625"/>
          </a:xfrm>
        </p:grpSpPr>
        <p:sp>
          <p:nvSpPr>
            <p:cNvPr id="44" name="Freeform 44" descr="preencoded.png"/>
            <p:cNvSpPr>
              <a:extLst>
                <a:ext uri="smNativeData">
                  <pr:smNativeData xmlns:pr="smNativeData" xmlns="smNativeData" val="SMDATA_15_NH3EaBMAAAAlAAAACwAAAA0AAAAAAAAAAAAAAADQAgAAhAMAAAAAAAAAAAAAAAAAAAEAAABQAAAAAAAAAAAA4D8AAAAAAADgPwAAAAAAAOA/AAAAAAAA4D8AAAAAAADgPwAAAAAAAOA/AAAAAAAA4D8AAAAAAADgPwAAAAAAAOA/AAAAAAAA4D8CAAAAjAAAAAEAAAACAAAA////AP///wgAAAAAAAAAABd9cZZuyiZAmVWh5ecpEAEB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P////8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+QUAAMIuAAAVCAAAZTEAAAAAAAAmAAAACAAAAP//////////"/>
                </a:ext>
              </a:extLst>
            </p:cNvSpPr>
            <p:nvPr/>
          </p:nvSpPr>
          <p:spPr>
            <a:xfrm>
              <a:off x="970915" y="7600950"/>
              <a:ext cx="342900" cy="428625"/>
            </a:xfrm>
            <a:custGeom>
              <a:avLst/>
              <a:gdLst/>
              <a:ahLst/>
              <a:cxnLst/>
              <a:rect l="0" t="0" r="342900" b="428625"/>
              <a:pathLst>
                <a:path w="342900" h="428625">
                  <a:moveTo>
                    <a:pt x="0" y="0"/>
                  </a:moveTo>
                  <a:lnTo>
                    <a:pt x="342900" y="0"/>
                  </a:lnTo>
                  <a:lnTo>
                    <a:pt x="342900" y="428625"/>
                  </a:lnTo>
                  <a:lnTo>
                    <a:pt x="0" y="4286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rcRect/>
              <a:stretch>
                <a:fillRect l="0" t="0" r="-10" b="0"/>
              </a:stretch>
            </a:blipFill>
            <a:ln>
              <a:noFill/>
            </a:ln>
            <a:effectLst/>
          </p:spPr>
        </p:sp>
      </p:grpSp>
      <p:sp>
        <p:nvSpPr>
          <p:cNvPr id="45" name="TextBox 45"/>
          <p:cNvSpPr>
            <a:extLst>
              <a:ext uri="smNativeData">
                <pr:smNativeData xmlns:pr="smNativeData" xmlns="smNativeData" val="SMDATA_15_NH3EaB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UwYAAGozAADmFwAAyTUAABAgAAAmAAAACAAAAP//////////"/>
              </a:ext>
            </a:extLst>
          </p:cNvSpPr>
          <p:nvPr/>
        </p:nvSpPr>
        <p:spPr>
          <a:xfrm>
            <a:off x="1028065" y="8357870"/>
            <a:ext cx="2856865" cy="38544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 algn="l">
              <a:lnSpc>
                <a:spcPts val="2750"/>
              </a:lnSpc>
              <a:defRPr lang="en-us"/>
            </a:pPr>
            <a:r>
              <a:rPr lang="en-us" sz="2185" cap="none">
                <a:solidFill>
                  <a:srgbClr val="504C49"/>
                </a:solidFill>
                <a:latin typeface="Arimo" pitchFamily="0" charset="1"/>
                <a:ea typeface="Arimo" pitchFamily="0" charset="1"/>
                <a:cs typeface="Arimo" pitchFamily="0" charset="1"/>
              </a:rPr>
              <a:t>Тестване</a:t>
            </a:r>
            <a:endParaRPr lang="en-us" sz="2185" cap="none">
              <a:solidFill>
                <a:srgbClr val="504C49"/>
              </a:solidFill>
              <a:latin typeface="Arimo" pitchFamily="0" charset="1"/>
              <a:ea typeface="Arimo" pitchFamily="0" charset="1"/>
              <a:cs typeface="Arimo" pitchFamily="0" charset="1"/>
            </a:endParaRPr>
          </a:p>
        </p:txBody>
      </p:sp>
      <p:sp>
        <p:nvSpPr>
          <p:cNvPr id="46" name="TextBox 46"/>
          <p:cNvSpPr>
            <a:extLst>
              <a:ext uri="smNativeData">
                <pr:smNativeData xmlns:pr="smNativeData" xmlns="smNativeData" val="SMDATA_15_NH3EaB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UwYAADg2AAAkNgAA4TgAABAgAAAmAAAACAAAAP//////////"/>
              </a:ext>
            </a:extLst>
          </p:cNvSpPr>
          <p:nvPr/>
        </p:nvSpPr>
        <p:spPr>
          <a:xfrm>
            <a:off x="1028065" y="8813800"/>
            <a:ext cx="7773035" cy="43243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 algn="l">
              <a:lnSpc>
                <a:spcPts val="2870"/>
              </a:lnSpc>
              <a:defRPr lang="en-us"/>
            </a:pPr>
            <a:r>
              <a:rPr lang="en-us" cap="none">
                <a:solidFill>
                  <a:srgbClr val="504C49"/>
                </a:solidFill>
                <a:latin typeface="Source Han Sans JP" pitchFamily="0" charset="1"/>
                <a:ea typeface="Source Han Sans JP" pitchFamily="0" charset="1"/>
                <a:cs typeface="Source Han Sans JP" pitchFamily="0" charset="1"/>
              </a:rPr>
              <a:t>Проверка за грешки и осигуряване на качеството.</a:t>
            </a:r>
            <a:endParaRPr lang="en-us" cap="none">
              <a:solidFill>
                <a:srgbClr val="504C49"/>
              </a:solidFill>
              <a:latin typeface="Source Han Sans JP" pitchFamily="0" charset="1"/>
              <a:ea typeface="Source Han Sans JP" pitchFamily="0" charset="1"/>
              <a:cs typeface="Source Han Sans JP" pitchFamily="0" charset="1"/>
            </a:endParaRPr>
          </a:p>
        </p:txBody>
      </p:sp>
      <p:grpSp>
        <p:nvGrpSpPr>
          <p:cNvPr id="47" name="Group 47"/>
          <p:cNvGrpSpPr>
            <a:extLst>
              <a:ext uri="smNativeData">
                <pr:smNativeData xmlns:pr="smNativeData" xmlns="smNativeData" val="SMDATA_6_NH3EaBMAAAAlAAAAAQAAAA8BAAAAkAAAAEgAAACQAAAASAAAAAAAAAAAAAAAAAAAABcAAAAUAAAAAAAAAAAAAAD/fwAA/38AAAAAAAAJAAAABAAAAMH///8fAAAAVAAAAAAAAAAAAAAAAAAAAAAAAAAAAAAAAAAAAAAAAAAAAAAAAAAAAAAAAAAAAAAAAAAAAAAAAAAAAAAAAAAAAAAAAAAAAAAAAAAAAAAAAAAAAAAAAAAAACEAAAAYAAAAFAAAABA7AABELQAAlGsAAKwuAAAQAAAAJgAAAAgAAAD/////AAAAAA=="/>
              </a:ext>
            </a:extLst>
          </p:cNvGrpSpPr>
          <p:nvPr/>
        </p:nvGrpSpPr>
        <p:grpSpPr>
          <a:xfrm>
            <a:off x="9601200" y="7358380"/>
            <a:ext cx="7886700" cy="228600"/>
            <a:chOff x="9601200" y="7358380"/>
            <a:chExt cx="7886700" cy="228600"/>
          </a:xfrm>
        </p:grpSpPr>
        <p:sp>
          <p:nvSpPr>
            <p:cNvPr id="48" name="Freeform 48"/>
            <p:cNvSpPr>
              <a:extLst>
                <a:ext uri="smNativeData">
                  <pr:smNativeData xmlns:pr="smNativeData" xmlns="smNativeData" val="SMDATA_15_NH3EaBMAAAAlAAAACwAAAA0AAAAAAAAAAAAAAACxQAAA4AEAAAAAAAAAAAAAAAAAAAEAAABQAAAAAAAAAAAA4D8AAAAAAADgPwAAAAAAAOA/AAAAAAAA4D8AAAAAAADgPwAAAAAAAOA/AAAAAAAA4D8AAAAAAADgPwAAAAAAAOA/AAAAAAAA4D8CAAAAjAAAAAEAAAAAAAAA+ff3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+ff3AP///wEAAAAAAAAAAAAAAAAAAAAAAAAAAAAAAAAAAAAAAAAAAAAAAAB/f38A7uzhA8zMzADAwP8Af39/AAAAAAAAAAAAAAAAAAAAAAAAAAAAIQAAABgAAAAUAAAAEDsAAEQtAACUawAArC4AAAAAAAAmAAAACAAAAP//////////"/>
                </a:ext>
              </a:extLst>
            </p:cNvSpPr>
            <p:nvPr/>
          </p:nvSpPr>
          <p:spPr>
            <a:xfrm>
              <a:off x="9601200" y="7358380"/>
              <a:ext cx="7886700" cy="228600"/>
            </a:xfrm>
            <a:custGeom>
              <a:avLst/>
              <a:gdLst/>
              <a:ahLst/>
              <a:cxnLst/>
              <a:rect l="0" t="0" r="7886700" b="228600"/>
              <a:pathLst>
                <a:path w="7886700" h="228600">
                  <a:moveTo>
                    <a:pt x="0" y="34304"/>
                  </a:moveTo>
                  <a:cubicBezTo>
                    <a:pt x="0" y="15342"/>
                    <a:pt x="15334" y="0"/>
                    <a:pt x="34288" y="0"/>
                  </a:cubicBezTo>
                  <a:lnTo>
                    <a:pt x="7852412" y="0"/>
                  </a:lnTo>
                  <a:cubicBezTo>
                    <a:pt x="7871366" y="0"/>
                    <a:pt x="7886700" y="15342"/>
                    <a:pt x="7886700" y="34304"/>
                  </a:cubicBezTo>
                  <a:lnTo>
                    <a:pt x="7886700" y="194296"/>
                  </a:lnTo>
                  <a:cubicBezTo>
                    <a:pt x="7886700" y="213258"/>
                    <a:pt x="7871366" y="228600"/>
                    <a:pt x="7852412" y="228600"/>
                  </a:cubicBezTo>
                  <a:lnTo>
                    <a:pt x="34288" y="228600"/>
                  </a:lnTo>
                  <a:cubicBezTo>
                    <a:pt x="15334" y="228600"/>
                    <a:pt x="0" y="213258"/>
                    <a:pt x="0" y="194296"/>
                  </a:cubicBezTo>
                  <a:close/>
                </a:path>
              </a:pathLst>
            </a:custGeom>
            <a:solidFill>
              <a:srgbClr val="F9F7F7"/>
            </a:solidFill>
            <a:ln>
              <a:noFill/>
            </a:ln>
            <a:effectLst/>
          </p:spPr>
        </p:sp>
      </p:grpSp>
      <p:grpSp>
        <p:nvGrpSpPr>
          <p:cNvPr id="49" name="Group 49"/>
          <p:cNvGrpSpPr>
            <a:extLst>
              <a:ext uri="smNativeData">
                <pr:smNativeData xmlns:pr="smNativeData" xmlns="smNativeData" val="SMDATA_6_NH3EaBMAAAAlAAAAAQAAAA8BAAAAkAAAAEgAAACQAAAASAAAAAAAAAAAAAAAAAAAABcAAAAUAAAAAAAAAAAAAAD/fwAA/38AAAAAAAAJAAAABAAAAPj///8fAAAAVAAAAAAAAAAAAAAAAAAAAAAAAAAAAAAAAAAAAAAAAAAAAAAAAAAAAAAAAAAAAAAAAAAAAAAAAAAAAAAAAAAAAAAAAAAAAAAAAAAAAAAAAAAAAAAAAAAAACEAAAAYAAAAFAAAAPQ4AADcKwAAKz0AABQwAAAQAAAAJgAAAAgAAAD/////AAAAAA=="/>
              </a:ext>
            </a:extLst>
          </p:cNvGrpSpPr>
          <p:nvPr/>
        </p:nvGrpSpPr>
        <p:grpSpPr>
          <a:xfrm>
            <a:off x="9258300" y="7129780"/>
            <a:ext cx="685165" cy="685800"/>
            <a:chOff x="9258300" y="7129780"/>
            <a:chExt cx="685165" cy="685800"/>
          </a:xfrm>
        </p:grpSpPr>
        <p:sp>
          <p:nvSpPr>
            <p:cNvPr id="50" name="Freeform 50"/>
            <p:cNvSpPr>
              <a:extLst>
                <a:ext uri="smNativeData">
                  <pr:smNativeData xmlns:pr="smNativeData" xmlns="smNativeData" val="SMDATA_15_NH3EaBMAAAAlAAAACwAAAA0AAAAAAAAAAAAAAACfBQAAnwUAAAAAAAAAAAAAAAAAAAEAAABQAAAAAAAAAAAA4D8AAAAAAADgPwAAAAAAAOA/AAAAAAAA4D8AAAAAAADgPwAAAAAAAOA/AAAAAAAA4D8AAAAAAADgPwAAAAAAAOA/AAAAAAAA4D8CAAAAjAAAAAEAAAAAAAAA+ff3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+ff3AP///wEAAAAAAAAAAAAAAAAAAAAAAAAAAAAAAAAAAAAAAAAAAAAAAAB/f38A7uzhA8zMzADAwP8Af39/AAAAAAAAAAAAAAAAAAAAAAAAAAAAIQAAABgAAAAUAAAA9DgAANwrAAArPQAAFDAAAAAAAAAmAAAACAAAAP//////////"/>
                </a:ext>
              </a:extLst>
            </p:cNvSpPr>
            <p:nvPr/>
          </p:nvSpPr>
          <p:spPr>
            <a:xfrm>
              <a:off x="9258300" y="7129780"/>
              <a:ext cx="685165" cy="685800"/>
            </a:xfrm>
            <a:custGeom>
              <a:avLst/>
              <a:gdLst/>
              <a:ahLst/>
              <a:cxnLst/>
              <a:rect l="0" t="0" r="685165" b="685800"/>
              <a:pathLst>
                <a:path w="685165" h="685800">
                  <a:moveTo>
                    <a:pt x="0" y="342852"/>
                  </a:moveTo>
                  <a:cubicBezTo>
                    <a:pt x="0" y="153512"/>
                    <a:pt x="153369" y="0"/>
                    <a:pt x="342534" y="0"/>
                  </a:cubicBezTo>
                  <a:cubicBezTo>
                    <a:pt x="531700" y="0"/>
                    <a:pt x="685165" y="153512"/>
                    <a:pt x="685165" y="342852"/>
                  </a:cubicBezTo>
                  <a:cubicBezTo>
                    <a:pt x="685165" y="532193"/>
                    <a:pt x="531795" y="685800"/>
                    <a:pt x="342534" y="685800"/>
                  </a:cubicBezTo>
                  <a:cubicBezTo>
                    <a:pt x="153274" y="685800"/>
                    <a:pt x="0" y="532288"/>
                    <a:pt x="0" y="342852"/>
                  </a:cubicBezTo>
                  <a:close/>
                </a:path>
              </a:pathLst>
            </a:custGeom>
            <a:solidFill>
              <a:srgbClr val="F9F7F7"/>
            </a:solidFill>
            <a:ln>
              <a:noFill/>
            </a:ln>
            <a:effectLst/>
          </p:spPr>
        </p:sp>
      </p:grpSp>
      <p:grpSp>
        <p:nvGrpSpPr>
          <p:cNvPr id="51" name="Group 51"/>
          <p:cNvGrpSpPr>
            <a:extLst>
              <a:ext uri="smNativeData">
                <pr:smNativeData xmlns:pr="smNativeData" xmlns="smNativeData" val="SMDATA_6_NH3EaBMAAAAlAAAAAQAAAA8BAAAAkAAAAEgAAACQAAAASAAAAAAAAAAAAAAAAAAAABcAAAAUAAAAAAAAAAAAAAD/fwAA/38AAAAAAAAJAAAABAAAAPP///8fAAAAVAAAAAAAAAAAAAAAAAAAAAAAAAAAAAAAAAAAAAAAAAAAAAAAAAAAAAAAAAAAAAAAAAAAAAAAAAAAAAAAAAAAAAAAAAAAAAAAAAAAAAAAAAAAAAAAAAAAACEAAAAYAAAAFAAAAAI6AACnLAAAHTwAAEkvAAAQAAAAJgAAAAgAAAD/////AAAAAA=="/>
              </a:ext>
            </a:extLst>
          </p:cNvGrpSpPr>
          <p:nvPr/>
        </p:nvGrpSpPr>
        <p:grpSpPr>
          <a:xfrm>
            <a:off x="9429750" y="7258685"/>
            <a:ext cx="342265" cy="427990"/>
            <a:chOff x="9429750" y="7258685"/>
            <a:chExt cx="342265" cy="427990"/>
          </a:xfrm>
        </p:grpSpPr>
        <p:sp>
          <p:nvSpPr>
            <p:cNvPr id="52" name="Freeform 52" descr="preencoded.png"/>
            <p:cNvSpPr>
              <a:extLst>
                <a:ext uri="smNativeData">
                  <pr:smNativeData xmlns:pr="smNativeData" xmlns="smNativeData" val="SMDATA_15_NH3EaBMAAAAlAAAACwAAAA0AAAAAAAAAAAAAAADQAgAAhAMAAAAAAAAAAAAAAAAAAAEAAABQAAAAAAAAAAAA4D8AAAAAAADgPwAAAAAAAOA/AAAAAAAA4D8AAAAAAADgPwAAAAAAAOA/AAAAAAAA4D8AAAAAAADgPwAAAAAAAOA/AAAAAAAA4D8CAAAAjAAAAAEAAAACAAAA////AP///wgAAAAAAAAAADW35R+kr0BNmEL82jo7+dwB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P////8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AjoAAKcsAAAdPAAASS8AAAAAAAAmAAAACAAAAP//////////"/>
                </a:ext>
              </a:extLst>
            </p:cNvSpPr>
            <p:nvPr/>
          </p:nvSpPr>
          <p:spPr>
            <a:xfrm>
              <a:off x="9429750" y="7258685"/>
              <a:ext cx="342265" cy="427990"/>
            </a:xfrm>
            <a:custGeom>
              <a:avLst/>
              <a:gdLst/>
              <a:ahLst/>
              <a:cxnLst/>
              <a:rect l="0" t="0" r="342265" b="427990"/>
              <a:pathLst>
                <a:path w="342265" h="427990">
                  <a:moveTo>
                    <a:pt x="0" y="0"/>
                  </a:moveTo>
                  <a:lnTo>
                    <a:pt x="342265" y="0"/>
                  </a:lnTo>
                  <a:lnTo>
                    <a:pt x="342265" y="427990"/>
                  </a:lnTo>
                  <a:lnTo>
                    <a:pt x="0" y="4279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rcRect/>
              <a:stretch>
                <a:fillRect l="0" t="0" r="-10" b="0"/>
              </a:stretch>
            </a:blipFill>
            <a:ln>
              <a:noFill/>
            </a:ln>
            <a:effectLst/>
          </p:spPr>
        </p:sp>
      </p:grpSp>
      <p:sp>
        <p:nvSpPr>
          <p:cNvPr id="53" name="TextBox 53"/>
          <p:cNvSpPr>
            <a:extLst>
              <a:ext uri="smNativeData">
                <pr:smNativeData xmlns:pr="smNativeData" xmlns="smNativeData" val="SMDATA_15_NH3EaB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XDoAAE4xAADuSwAArjMAABAgAAAmAAAACAAAAP//////////"/>
              </a:ext>
            </a:extLst>
          </p:cNvSpPr>
          <p:nvPr/>
        </p:nvSpPr>
        <p:spPr>
          <a:xfrm>
            <a:off x="9486900" y="8014970"/>
            <a:ext cx="2856230" cy="38608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 algn="l">
              <a:lnSpc>
                <a:spcPts val="2750"/>
              </a:lnSpc>
              <a:defRPr lang="en-us"/>
            </a:pPr>
            <a:r>
              <a:rPr lang="en-us" sz="2185" cap="none">
                <a:solidFill>
                  <a:srgbClr val="504C49"/>
                </a:solidFill>
                <a:latin typeface="Arimo" pitchFamily="0" charset="1"/>
                <a:ea typeface="Arimo" pitchFamily="0" charset="1"/>
                <a:cs typeface="Arimo" pitchFamily="0" charset="1"/>
              </a:rPr>
              <a:t>Внедряване</a:t>
            </a:r>
            <a:endParaRPr lang="en-us" sz="2185" cap="none">
              <a:solidFill>
                <a:srgbClr val="504C49"/>
              </a:solidFill>
              <a:latin typeface="Arimo" pitchFamily="0" charset="1"/>
              <a:ea typeface="Arimo" pitchFamily="0" charset="1"/>
              <a:cs typeface="Arimo" pitchFamily="0" charset="1"/>
            </a:endParaRPr>
          </a:p>
        </p:txBody>
      </p:sp>
      <p:sp>
        <p:nvSpPr>
          <p:cNvPr id="54" name="TextBox 54"/>
          <p:cNvSpPr>
            <a:extLst>
              <a:ext uri="smNativeData">
                <pr:smNativeData xmlns:pr="smNativeData" xmlns="smNativeData" val="SMDATA_15_NH3EaB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XDoAABw0AAAtagAAxTYAABAgAAAmAAAACAAAAP//////////"/>
              </a:ext>
            </a:extLst>
          </p:cNvSpPr>
          <p:nvPr/>
        </p:nvSpPr>
        <p:spPr>
          <a:xfrm>
            <a:off x="9486900" y="8470900"/>
            <a:ext cx="7773035" cy="43243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 algn="l">
              <a:lnSpc>
                <a:spcPts val="2870"/>
              </a:lnSpc>
              <a:defRPr lang="en-us"/>
            </a:pPr>
            <a:r>
              <a:rPr lang="en-us" cap="none">
                <a:solidFill>
                  <a:srgbClr val="504C49"/>
                </a:solidFill>
                <a:latin typeface="Source Han Sans JP" pitchFamily="0" charset="1"/>
                <a:ea typeface="Source Han Sans JP" pitchFamily="0" charset="1"/>
                <a:cs typeface="Source Han Sans JP" pitchFamily="0" charset="1"/>
              </a:rPr>
              <a:t>Пускане на готовия продукт в експлоатация.</a:t>
            </a:r>
            <a:endParaRPr lang="en-us" cap="none">
              <a:solidFill>
                <a:srgbClr val="504C49"/>
              </a:solidFill>
              <a:latin typeface="Source Han Sans JP" pitchFamily="0" charset="1"/>
              <a:ea typeface="Source Han Sans JP" pitchFamily="0" charset="1"/>
              <a:cs typeface="Source Han Sans JP" pitchFamily="0" charset="1"/>
            </a:endParaRPr>
          </a:p>
        </p:txBody>
      </p:sp>
    </p:spTree>
  </p:cSld>
  <p:clrMapOvr>
    <a:masterClrMapping/>
  </p:clrMapOvr>
  <p:transition spd="fast" p14:dur="800">
    <p:fade/>
    <p:extLst>
      <p:ext uri="smNativeData">
        <pr:smNativeData xmlns:pr="smNativeData" xmlns="smNativeData" val="NH3EaAAAAAAgAwAAAAAAAAYAAAAAAAAAAAAAAAAAAAAAAAAAAQAAAAAAAAAAAAAAAAAAAAAAAAAAAAAA" duo="NH3EaAAAAAAAAAAAAAAAAAAAAAA="/>
      </p:ext>
    </p:extLst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extLst>
              <a:ext uri="smNativeData">
                <pr:smNativeData xmlns:pr="smNativeData" xmlns="smNativeData" val="SMDATA_6_NH3EaBMAAAAlAAAAAQAAAA8BAAAAkAAAAEgAAACQAAAASAAAAAAAAAAAAAAAAAAAABcAAAAUAAAAAAAAAAAAAAD/fwAA/38AAAAAAAAJAAAABAAAALD///8fAAAAVAAAAAAAAAAAAAAAAAAAAAAAAAAAAAAAAAAAAAAAAAAAAAAAAAAAAAAAAAAAAAAAAAAAAAAAAAAAAAAAAAAAAAAAAAAAAAAAAAAAAAAAAAAAAAAAAAAAACEAAAAYAAAAFAAAAAAAAAAAAAAAgHAAAEg/AAAQAAAAJgAAAAgAAAD/////AAAAAA=="/>
              </a:ext>
            </a:extLst>
          </p:cNvGrpSpPr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sp>
          <p:nvSpPr>
            <p:cNvPr id="3" name="Freeform 3"/>
            <p:cNvSpPr>
              <a:extLst>
                <a:ext uri="smNativeData">
                  <pr:smNativeData xmlns:pr="smNativeData" xmlns="smNativeData" val="SMDATA_15_NH3EaBMAAAAlAAAACwAAAA0AAAAAAAAAAAAAAAAAlgAAYFQAAAAAAAAAAAAAAAAAAAEAAABQAAAAAAAAAAAA4D8AAAAAAADgPwAAAAAAAOA/AAAAAAAA4D8AAAAAAADgPwAAAAAAAOA/AAAAAAAA4D8AAAAAAADgPwAAAAAAAOA/AAAAAAAA4D8CAAAAjAAAAAEAAAAAAAAA9/Pw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9/PwAP///wEAAAAAAAAAAAAAAAAAAAAAAAAAAAAAAAAAAAAAAAAAAAAAAAB/f38A7uzhA8zMzADAwP8Af39/AAAAAAAAAAAAAAAAAAAAAAAAAAAAIQAAABgAAAAUAAAAAAAAAAAAAACAcAAASD8AAAAAAAAmAAAACAAAAP//////////"/>
                </a:ext>
              </a:extLst>
            </p:cNvSpPr>
            <p:nvPr/>
          </p:nvSpPr>
          <p:spPr>
            <a:xfrm>
              <a:off x="0" y="0"/>
              <a:ext cx="18288000" cy="10287000"/>
            </a:xfrm>
            <a:custGeom>
              <a:avLst/>
              <a:gdLst/>
              <a:ahLst/>
              <a:cxnLst/>
              <a:rect l="0" t="0" r="18288000" b="10287000"/>
              <a:pathLst>
                <a:path w="18288000" h="10287000">
                  <a:moveTo>
                    <a:pt x="0" y="0"/>
                  </a:moveTo>
                  <a:lnTo>
                    <a:pt x="18288000" y="0"/>
                  </a:lnTo>
                  <a:lnTo>
                    <a:pt x="18288000" y="10287000"/>
                  </a:lnTo>
                  <a:lnTo>
                    <a:pt x="0" y="10287000"/>
                  </a:lnTo>
                  <a:close/>
                </a:path>
              </a:pathLst>
            </a:custGeom>
            <a:solidFill>
              <a:srgbClr val="F7F3F0"/>
            </a:solidFill>
            <a:ln>
              <a:noFill/>
            </a:ln>
            <a:effectLst/>
          </p:spPr>
        </p:sp>
      </p:grpSp>
      <p:grpSp>
        <p:nvGrpSpPr>
          <p:cNvPr id="4" name="Group 4"/>
          <p:cNvGrpSpPr>
            <a:extLst>
              <a:ext uri="smNativeData">
                <pr:smNativeData xmlns:pr="smNativeData" xmlns="smNativeData" val="SMDATA_6_NH3EaBMAAAAlAAAAAQAAAA8BAAAAkAAAAEgAAACQAAAASAAAAAAAAAAAAAAAAAAAABcAAAAUAAAAAAAAAAAAAAD/fwAA/38AAAAAAAAJAAAABAAAAPD///8fAAAAVAAAAAAAAAAAAAAAAAAAAAAAAAAAAAAAAAAAAAAAAAAAAAAAAAAAAAAAAAAAAAAAAAAAAAAAAAAAAAAAAAAAAAAAAAAAAAAAAAAAAAAAAAAAAAAAAAAAACEAAAAYAAAAFAAAAAAAAAAAAAAAgHAAAEg/AAAQAAAAJgAAAAgAAAD/////AAAAAA=="/>
              </a:ext>
            </a:extLst>
          </p:cNvGrpSpPr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sp>
          <p:nvSpPr>
            <p:cNvPr id="5" name="Freeform 5"/>
            <p:cNvSpPr>
              <a:extLst>
                <a:ext uri="smNativeData">
                  <pr:smNativeData xmlns:pr="smNativeData" xmlns="smNativeData" val="SMDATA_15_NH3EaBMAAAAlAAAACwAAAA0AAAAAAAAAAAAAAAAAlgAAYFQAAAAAAAAAAAAAAAAAAAEAAABQAAAAAAAAAAAA4D8AAAAAAADgPwAAAAAAAOA/AAAAAAAA4D8AAAAAAADgPwAAAAAAAOA/AAAAAAAA4D8AAAAAAADgPwAAAAAAAOA/AAAAAAAA4D8CAAAAjAAAAAE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AAAAAAAAAACAcAAASD8AAAAAAAAmAAAACAAAAP//////////"/>
                </a:ext>
              </a:extLst>
            </p:cNvSpPr>
            <p:nvPr/>
          </p:nvSpPr>
          <p:spPr>
            <a:xfrm>
              <a:off x="0" y="0"/>
              <a:ext cx="18288000" cy="10287000"/>
            </a:xfrm>
            <a:custGeom>
              <a:avLst/>
              <a:gdLst/>
              <a:ahLst/>
              <a:cxnLst/>
              <a:rect l="0" t="0" r="18288000" b="10287000"/>
              <a:pathLst>
                <a:path w="18288000" h="10287000">
                  <a:moveTo>
                    <a:pt x="0" y="0"/>
                  </a:moveTo>
                  <a:lnTo>
                    <a:pt x="18288000" y="0"/>
                  </a:lnTo>
                  <a:lnTo>
                    <a:pt x="18288000" y="10287000"/>
                  </a:lnTo>
                  <a:lnTo>
                    <a:pt x="0" y="102870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</p:sp>
      </p:grpSp>
      <p:sp>
        <p:nvSpPr>
          <p:cNvPr id="6" name="TextBox 6"/>
          <p:cNvSpPr>
            <a:extLst>
              <a:ext uri="smNativeData">
                <pr:smNativeData xmlns:pr="smNativeData" xmlns="smNativeData" val="SMDATA_15_NH3EaB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qgUAABkEAAAfLgAAggkAABAgAAAmAAAACAAAAP//////////"/>
              </a:ext>
            </a:extLst>
          </p:cNvSpPr>
          <p:nvPr/>
        </p:nvSpPr>
        <p:spPr>
          <a:xfrm>
            <a:off x="920750" y="666115"/>
            <a:ext cx="6576695" cy="8794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 algn="l">
              <a:lnSpc>
                <a:spcPts val="6435"/>
              </a:lnSpc>
              <a:defRPr lang="en-us"/>
            </a:pPr>
            <a:r>
              <a:rPr lang="en-us" sz="5125" cap="none">
                <a:solidFill>
                  <a:srgbClr val="201B18"/>
                </a:solidFill>
                <a:latin typeface="Arimo" pitchFamily="0" charset="1"/>
                <a:ea typeface="Arimo" pitchFamily="0" charset="1"/>
                <a:cs typeface="Arimo" pitchFamily="0" charset="1"/>
              </a:rPr>
              <a:t>Графика на Гант</a:t>
            </a:r>
            <a:endParaRPr lang="en-us" sz="5125" cap="none">
              <a:solidFill>
                <a:srgbClr val="201B18"/>
              </a:solidFill>
              <a:latin typeface="Arimo" pitchFamily="0" charset="1"/>
              <a:ea typeface="Arimo" pitchFamily="0" charset="1"/>
              <a:cs typeface="Arimo" pitchFamily="0" charset="1"/>
            </a:endParaRPr>
          </a:p>
        </p:txBody>
      </p:sp>
      <p:grpSp>
        <p:nvGrpSpPr>
          <p:cNvPr id="7" name="Group 7"/>
          <p:cNvGrpSpPr>
            <a:extLst>
              <a:ext uri="smNativeData">
                <pr:smNativeData xmlns:pr="smNativeData" xmlns="smNativeData" val="SMDATA_6_NH3EaBMAAAAlAAAAAQAAAA8BAAAAkAAAAEgAAACQAAAASAAAAAAAAAAAAAAAAAAAABcAAAAUAAAAAAAAAAAAAAD/fwAA/38AAAAAAAAJAAAABAAAAN////8fAAAAVAAAAAAAAAAAAAAAAAAAAAAAAAAAAAAAAAAAAAAAAAAAAAAAAAAAAAAAAAAAAAAAAAAAAAAAAAAAAAAAAAAAAAAAAAAAAAAAAAAAAAAAAAAAAAAAAAAAACEAAAAYAAAAFAAAAKoFAAC+DAAA1moAANQ+AAAQAAAAJgAAAAgAAAD/////AAAAAA=="/>
              </a:ext>
            </a:extLst>
          </p:cNvGrpSpPr>
          <p:nvPr/>
        </p:nvGrpSpPr>
        <p:grpSpPr>
          <a:xfrm>
            <a:off x="920750" y="2071370"/>
            <a:ext cx="16446500" cy="8141970"/>
            <a:chOff x="920750" y="2071370"/>
            <a:chExt cx="16446500" cy="8141970"/>
          </a:xfrm>
        </p:grpSpPr>
        <p:sp>
          <p:nvSpPr>
            <p:cNvPr id="8" name="Freeform 8" descr="preencoded.png"/>
            <p:cNvSpPr>
              <a:extLst>
                <a:ext uri="smNativeData">
                  <pr:smNativeData xmlns:pr="smNativeData" xmlns="smNativeData" val="SMDATA_15_NH3EaBMAAAAlAAAACwAAAA0AAAAAAAAAAAAAAADmhgAAyEIAAAAAAAAAAAAAAAAAAAEAAABQAAAAAAAAAAAA4D8AAAAAAADgPwAAAAAAAOA/AAAAAAAA4D8AAAAAAADgPwAAAAAAAOA/AAAAAAAA4D8AAAAAAADgPwAAAAAAAOA/AAAAAAAA4D8CAAAAjAAAAAEAAAACAAAA////AP///wgAAAAAAAAAADOa62cWOiJFnpg4z4Db4UwB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qgUAAL4MAADWagAA1D4AAAAAAAAmAAAACAAAAP//////////"/>
                </a:ext>
              </a:extLst>
            </p:cNvSpPr>
            <p:nvPr/>
          </p:nvSpPr>
          <p:spPr>
            <a:xfrm>
              <a:off x="920750" y="2071370"/>
              <a:ext cx="16446500" cy="8141970"/>
            </a:xfrm>
            <a:custGeom>
              <a:avLst/>
              <a:gdLst/>
              <a:ahLst/>
              <a:cxnLst/>
              <a:rect l="0" t="0" r="16446500" b="8141970"/>
              <a:pathLst>
                <a:path w="16446500" h="8141970">
                  <a:moveTo>
                    <a:pt x="0" y="0"/>
                  </a:moveTo>
                  <a:lnTo>
                    <a:pt x="16446500" y="0"/>
                  </a:lnTo>
                  <a:lnTo>
                    <a:pt x="16446500" y="8141970"/>
                  </a:lnTo>
                  <a:lnTo>
                    <a:pt x="0" y="8141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rcRect/>
              <a:stretch/>
            </a:blipFill>
            <a:ln>
              <a:noFill/>
            </a:ln>
            <a:effectLst/>
          </p:spPr>
        </p:sp>
      </p:grpSp>
    </p:spTree>
  </p:cSld>
  <p:clrMapOvr>
    <a:masterClrMapping/>
  </p:clrMapOvr>
  <p:transition spd="fast" p14:dur="800">
    <p:fade/>
    <p:extLst>
      <p:ext uri="smNativeData">
        <pr:smNativeData xmlns:pr="smNativeData" xmlns="smNativeData" val="NH3EaAAAAAAgAwAAAAAAAAYAAAAAAAAAAAAAAAAAAAAAAAAAAQAAAAAAAAAAAAAAAAAAAAAAAAAAAAAA" duo="NH3EaAAAAAAAAAAAAAAAAAAAAAA="/>
      </p:ext>
    </p:extLst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extLst>
              <a:ext uri="smNativeData">
                <pr:smNativeData xmlns:pr="smNativeData" xmlns="smNativeData" val="SMDATA_6_NH3EaBMAAAAlAAAAAQAAAA8BAAAAkAAAAEgAAACQAAAASAAAAAAAAAAAAAAAAAAAABcAAAAUAAAAAAAAAAAAAAD/fwAA/38AAAAAAAAJAAAABAAAAPb///8fAAAAVAAAAAAAAAAAAAAAAAAAAAAAAAAAAAAAAAAAAAAAAAAAAAAAAAAAAAAAAAAAAAAAAAAAAAAAAAAAAAAAAAAAAAAAAAAAAAAAAAAAAAAAAAAAAAAAAAAAACEAAAAYAAAAFAAAAAAAAAAAAAAAgHAAAEg/AAAQAAAAJgAAAAgAAAD/////AAAAAA=="/>
              </a:ext>
            </a:extLst>
          </p:cNvGrpSpPr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sp>
          <p:nvSpPr>
            <p:cNvPr id="3" name="Freeform 3"/>
            <p:cNvSpPr>
              <a:extLst>
                <a:ext uri="smNativeData">
                  <pr:smNativeData xmlns:pr="smNativeData" xmlns="smNativeData" val="SMDATA_15_NH3EaBMAAAAlAAAACwAAAA0AAAAAAAAAAAAAAAAAlgAAYFQAAAAAAAAAAAAAAAAAAAEAAABQAAAAAAAAAAAA4D8AAAAAAADgPwAAAAAAAOA/AAAAAAAA4D8AAAAAAADgPwAAAAAAAOA/AAAAAAAA4D8AAAAAAADgPwAAAAAAAOA/AAAAAAAA4D8CAAAAjAAAAAEAAAAAAAAA9/Pw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9/PwAP///wEAAAAAAAAAAAAAAAAAAAAAAAAAAAAAAAAAAAAAAAAAAAAAAAB/f38A7uzhA8zMzADAwP8Af39/AAAAAAAAAAAAAAAAAAAAAAAAAAAAIQAAABgAAAAUAAAAAAAAAAAAAACAcAAASD8AAAAAAAAmAAAACAAAAP//////////"/>
                </a:ext>
              </a:extLst>
            </p:cNvSpPr>
            <p:nvPr/>
          </p:nvSpPr>
          <p:spPr>
            <a:xfrm>
              <a:off x="0" y="0"/>
              <a:ext cx="18288000" cy="10287000"/>
            </a:xfrm>
            <a:custGeom>
              <a:avLst/>
              <a:gdLst/>
              <a:ahLst/>
              <a:cxnLst/>
              <a:rect l="0" t="0" r="18288000" b="10287000"/>
              <a:pathLst>
                <a:path w="18288000" h="10287000">
                  <a:moveTo>
                    <a:pt x="0" y="0"/>
                  </a:moveTo>
                  <a:lnTo>
                    <a:pt x="18288000" y="0"/>
                  </a:lnTo>
                  <a:lnTo>
                    <a:pt x="18288000" y="10287000"/>
                  </a:lnTo>
                  <a:lnTo>
                    <a:pt x="0" y="10287000"/>
                  </a:lnTo>
                  <a:close/>
                </a:path>
              </a:pathLst>
            </a:custGeom>
            <a:solidFill>
              <a:srgbClr val="F7F3F0"/>
            </a:solidFill>
            <a:ln>
              <a:noFill/>
            </a:ln>
            <a:effectLst/>
          </p:spPr>
        </p:sp>
      </p:grpSp>
      <p:grpSp>
        <p:nvGrpSpPr>
          <p:cNvPr id="4" name="Group 4"/>
          <p:cNvGrpSpPr>
            <a:extLst>
              <a:ext uri="smNativeData">
                <pr:smNativeData xmlns:pr="smNativeData" xmlns="smNativeData" val="SMDATA_6_NH3EaBMAAAAlAAAAAQAAAA8BAAAAkAAAAEgAAACQAAAASAAAAAAAAAAAAAAAAAAAABcAAAAUAAAAAAAAAAAAAAD/fwAA/38AAAAAAAAJAAAABAAAAPj///8fAAAAVAAAAAAAAAAAAAAAAAAAAAAAAAAAAAAAAAAAAAAAAAAAAAAAAAAAAAAAAAAAAAAAAAAAAAAAAAAAAAAAAAAAAAAAAAAAAAAAAAAAAAAAAAAAAAAAAAAAACEAAAAYAAAAFAAAAAAAAAAAAAAAgHAAAEg/AAAQAAAAJgAAAAgAAAD/////AAAAAA=="/>
              </a:ext>
            </a:extLst>
          </p:cNvGrpSpPr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sp>
          <p:nvSpPr>
            <p:cNvPr id="5" name="Freeform 5"/>
            <p:cNvSpPr>
              <a:extLst>
                <a:ext uri="smNativeData">
                  <pr:smNativeData xmlns:pr="smNativeData" xmlns="smNativeData" val="SMDATA_15_NH3EaBMAAAAlAAAACwAAAA0AAAAAAAAAAAAAAAAAlgAAYFQAAAAAAAAAAAAAAAAAAAEAAABQAAAAAAAAAAAA4D8AAAAAAADgPwAAAAAAAOA/AAAAAAAA4D8AAAAAAADgPwAAAAAAAOA/AAAAAAAA4D8AAAAAAADgPwAAAAAAAOA/AAAAAAAA4D8CAAAAjAAAAAE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AAAAAAAAAACAcAAASD8AAAAAAAAmAAAACAAAAP//////////"/>
                </a:ext>
              </a:extLst>
            </p:cNvSpPr>
            <p:nvPr/>
          </p:nvSpPr>
          <p:spPr>
            <a:xfrm>
              <a:off x="0" y="0"/>
              <a:ext cx="18288000" cy="10287000"/>
            </a:xfrm>
            <a:custGeom>
              <a:avLst/>
              <a:gdLst/>
              <a:ahLst/>
              <a:cxnLst/>
              <a:rect l="0" t="0" r="18288000" b="10287000"/>
              <a:pathLst>
                <a:path w="18288000" h="10287000">
                  <a:moveTo>
                    <a:pt x="0" y="0"/>
                  </a:moveTo>
                  <a:lnTo>
                    <a:pt x="18288000" y="0"/>
                  </a:lnTo>
                  <a:lnTo>
                    <a:pt x="18288000" y="10287000"/>
                  </a:lnTo>
                  <a:lnTo>
                    <a:pt x="0" y="102870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</p:sp>
      </p:grpSp>
      <p:sp>
        <p:nvSpPr>
          <p:cNvPr id="6" name="TextBox 6"/>
          <p:cNvSpPr>
            <a:extLst>
              <a:ext uri="smNativeData">
                <pr:smNativeData xmlns:pr="smNativeData" xmlns="smNativeData" val="SMDATA_15_NH3EaB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rAUAABsEAAA0WAAAhgkAABAgAAAmAAAACAAAAP//////////"/>
              </a:ext>
            </a:extLst>
          </p:cNvSpPr>
          <p:nvPr/>
        </p:nvSpPr>
        <p:spPr>
          <a:xfrm>
            <a:off x="922020" y="667385"/>
            <a:ext cx="13416280" cy="88074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 algn="l">
              <a:lnSpc>
                <a:spcPts val="6435"/>
              </a:lnSpc>
              <a:defRPr lang="en-us"/>
            </a:pPr>
            <a:r>
              <a:rPr lang="en-us" sz="5185" cap="none">
                <a:solidFill>
                  <a:srgbClr val="201B18"/>
                </a:solidFill>
                <a:latin typeface="Arimo" pitchFamily="0" charset="1"/>
                <a:ea typeface="Arimo" pitchFamily="0" charset="1"/>
                <a:cs typeface="Arimo" pitchFamily="0" charset="1"/>
              </a:rPr>
              <a:t>Система за управление на проекта - JIRA</a:t>
            </a:r>
            <a:endParaRPr lang="en-us" sz="5185" cap="none">
              <a:solidFill>
                <a:srgbClr val="201B18"/>
              </a:solidFill>
              <a:latin typeface="Arimo" pitchFamily="0" charset="1"/>
              <a:ea typeface="Arimo" pitchFamily="0" charset="1"/>
              <a:cs typeface="Arimo" pitchFamily="0" charset="1"/>
            </a:endParaRPr>
          </a:p>
        </p:txBody>
      </p:sp>
      <p:grpSp>
        <p:nvGrpSpPr>
          <p:cNvPr id="7" name="Group 7"/>
          <p:cNvGrpSpPr>
            <a:extLst>
              <a:ext uri="smNativeData">
                <pr:smNativeData xmlns:pr="smNativeData" xmlns="smNativeData" val="SMDATA_6_NH3EaBMAAAAlAAAAAQAAAA8BAAAAkAAAAEgAAACQAAAASAAAAAAAAAAAAAAAAAAAABcAAAAUAAAAAAAAAAAAAAD/fwAA/38AAAAAAAAJAAAABAAAAL7///8fAAAAVAAAAAAAAAAAAAAAAAAAAAAAAAAAAAAAAAAAAAAAAAAAAAAAAAAAAAAAAAAAAAAAAAAAAAAAAAAAAAAAAAAAAAAAAAAAAAAAAAAAAAAAAAAAAAAAAAAAACEAAAAYAAAAFAAAAKwFAADEDAAA1GoAALw+AAAQAAAAJgAAAAgAAAD/////AAAAAA=="/>
              </a:ext>
            </a:extLst>
          </p:cNvGrpSpPr>
          <p:nvPr/>
        </p:nvGrpSpPr>
        <p:grpSpPr>
          <a:xfrm>
            <a:off x="922020" y="2075180"/>
            <a:ext cx="16443960" cy="8122920"/>
            <a:chOff x="922020" y="2075180"/>
            <a:chExt cx="16443960" cy="8122920"/>
          </a:xfrm>
        </p:grpSpPr>
        <p:sp>
          <p:nvSpPr>
            <p:cNvPr id="8" name="Freeform 8" descr="preencoded.png"/>
            <p:cNvSpPr>
              <a:extLst>
                <a:ext uri="smNativeData">
                  <pr:smNativeData xmlns:pr="smNativeData" xmlns="smNativeData" val="SMDATA_15_NH3EaBMAAAAlAAAACwAAAA0AAAAAAAAAAAAAAADfhgAAoEIAAAAAAAAAAAAAAAAAAAEAAABQAAAAAAAAAAAA4D8AAAAAAADgPwAAAAAAAOA/AAAAAAAA4D8AAAAAAADgPwAAAAAAAOA/AAAAAAAA4D8AAAAAAADgPwAAAAAAAOA/AAAAAAAA4D8CAAAAjAAAAAEAAAACAAAA////AP///wgAAAAAAAAAAAhpAFH6UQpOnreUYY/bSP8B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/v///wAAAAD+////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rAUAAMQMAADUagAAvD4AAAAAAAAmAAAACAAAAP//////////"/>
                </a:ext>
              </a:extLst>
            </p:cNvSpPr>
            <p:nvPr/>
          </p:nvSpPr>
          <p:spPr>
            <a:xfrm>
              <a:off x="922020" y="2075180"/>
              <a:ext cx="16443960" cy="8122920"/>
            </a:xfrm>
            <a:custGeom>
              <a:avLst/>
              <a:gdLst/>
              <a:ahLst/>
              <a:cxnLst/>
              <a:rect l="0" t="0" r="16443960" b="8122920"/>
              <a:pathLst>
                <a:path w="16443960" h="8122920">
                  <a:moveTo>
                    <a:pt x="0" y="0"/>
                  </a:moveTo>
                  <a:lnTo>
                    <a:pt x="16443960" y="0"/>
                  </a:lnTo>
                  <a:lnTo>
                    <a:pt x="16443960" y="8122920"/>
                  </a:lnTo>
                  <a:lnTo>
                    <a:pt x="0" y="8122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rcRect/>
              <a:stretch>
                <a:fillRect l="0" t="-20" r="0" b="-20"/>
              </a:stretch>
            </a:blipFill>
            <a:ln>
              <a:noFill/>
            </a:ln>
            <a:effectLst/>
          </p:spPr>
        </p:sp>
      </p:grpSp>
    </p:spTree>
  </p:cSld>
  <p:clrMapOvr>
    <a:masterClrMapping/>
  </p:clrMapOvr>
  <p:transition spd="fast" p14:dur="800">
    <p:fade/>
    <p:extLst>
      <p:ext uri="smNativeData">
        <pr:smNativeData xmlns:pr="smNativeData" xmlns="smNativeData" val="NH3EaAAAAAAgAwAAAAAAAAYAAAAAAAAAAAAAAAAAAAAAAAAAAQAAAAAAAAAAAAAAAAAAAAAAAAAAAAAA" duo="NH3EaAAAAAAAAAAAAAAAAAAAAAA="/>
      </p:ext>
    </p:extLst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extLst>
              <a:ext uri="smNativeData">
                <pr:smNativeData xmlns:pr="smNativeData" xmlns="smNativeData" val="SMDATA_6_NH3EaBMAAAAlAAAAAQAAAA8BAAAAkAAAAEgAAACQAAAASAAAAAAAAAAAAAAAAAAAABcAAAAUAAAAAAAAAAAAAAD/fwAA/38AAAAAAAAJAAAABAAAAIkAAAAfAAAAVAAAAAAAAAAAAAAAAAAAAAAAAAAAAAAAAAAAAAAAAAAAAAAAAAAAAAAAAAAAAAAAAAAAAAAAAAAAAAAAAAAAAAAAAAAAAAAAAAAAAAAAAAAAAAAAAAAAACEAAAAYAAAAFAAAAAAAAAAAAAAAgHAAAEg/AAAQAAAAJgAAAAgAAAD/////AAAAAA=="/>
              </a:ext>
            </a:extLst>
          </p:cNvGrpSpPr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sp>
          <p:nvSpPr>
            <p:cNvPr id="3" name="Freeform 3"/>
            <p:cNvSpPr>
              <a:extLst>
                <a:ext uri="smNativeData">
                  <pr:smNativeData xmlns:pr="smNativeData" xmlns="smNativeData" val="SMDATA_15_NH3EaBMAAAAlAAAACwAAAA0AAAAAAAAAAAAAAAAAlgAAYFQAAAAAAAAAAAAAAAAAAAEAAABQAAAAAAAAAAAA4D8AAAAAAADgPwAAAAAAAOA/AAAAAAAA4D8AAAAAAADgPwAAAAAAAOA/AAAAAAAA4D8AAAAAAADgPwAAAAAAAOA/AAAAAAAA4D8CAAAAjAAAAAEAAAAAAAAA9/Pw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9/PwAP///wEAAAAAAAAAAAAAAAAAAAAAAAAAAAAAAAAAAAAAAAAAAAAAAAB/f38A7uzhA8zMzADAwP8Af39/AAAAAAAAAAAAAAAAAAAAAAAAAAAAIQAAABgAAAAUAAAAAAAAAAAAAACAcAAASD8AAAAAAAAmAAAACAAAAP//////////"/>
                </a:ext>
              </a:extLst>
            </p:cNvSpPr>
            <p:nvPr/>
          </p:nvSpPr>
          <p:spPr>
            <a:xfrm>
              <a:off x="0" y="0"/>
              <a:ext cx="18288000" cy="10287000"/>
            </a:xfrm>
            <a:custGeom>
              <a:avLst/>
              <a:gdLst/>
              <a:ahLst/>
              <a:cxnLst/>
              <a:rect l="0" t="0" r="18288000" b="10287000"/>
              <a:pathLst>
                <a:path w="18288000" h="10287000">
                  <a:moveTo>
                    <a:pt x="0" y="0"/>
                  </a:moveTo>
                  <a:lnTo>
                    <a:pt x="18288000" y="0"/>
                  </a:lnTo>
                  <a:lnTo>
                    <a:pt x="18288000" y="10287000"/>
                  </a:lnTo>
                  <a:lnTo>
                    <a:pt x="0" y="10287000"/>
                  </a:lnTo>
                  <a:close/>
                </a:path>
              </a:pathLst>
            </a:custGeom>
            <a:solidFill>
              <a:srgbClr val="F7F3F0"/>
            </a:solidFill>
            <a:ln>
              <a:noFill/>
            </a:ln>
            <a:effectLst/>
          </p:spPr>
        </p:sp>
      </p:grpSp>
      <p:grpSp>
        <p:nvGrpSpPr>
          <p:cNvPr id="4" name="Group 4"/>
          <p:cNvGrpSpPr>
            <a:extLst>
              <a:ext uri="smNativeData">
                <pr:smNativeData xmlns:pr="smNativeData" xmlns="smNativeData" val="SMDATA_6_NH3EaBMAAAAlAAAAAQAAAA8BAAAAkAAAAEgAAACQAAAASAAAAAAAAAAAAAAAAAAAABcAAAAUAAAAAAAAAAAAAAD/fwAA/38AAAAAAAAJAAAABAAAAIkAAAAfAAAAVAAAAAAAAAAAAAAAAAAAAAAAAAAAAAAAAAAAAAAAAAAAAAAAAAAAAAAAAAAAAAAAAAAAAAAAAAAAAAAAAAAAAAAAAAAAAAAAAAAAAAAAAAAAAAAAAAAAACEAAAAYAAAAFAAAAAAAAAAAAAAAgHAAAEg/AAAQAAAAJgAAAAgAAAD/////AAAAAA=="/>
              </a:ext>
            </a:extLst>
          </p:cNvGrpSpPr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sp>
          <p:nvSpPr>
            <p:cNvPr id="5" name="Freeform 5"/>
            <p:cNvSpPr>
              <a:extLst>
                <a:ext uri="smNativeData">
                  <pr:smNativeData xmlns:pr="smNativeData" xmlns="smNativeData" val="SMDATA_15_NH3EaBMAAAAlAAAACwAAAA0AAAAAAAAAAAAAAAAAlgAAYFQAAAAAAAAAAAAAAAAAAAEAAABQAAAAAAAAAAAA4D8AAAAAAADgPwAAAAAAAOA/AAAAAAAA4D8AAAAAAADgPwAAAAAAAOA/AAAAAAAA4D8AAAAAAADgPwAAAAAAAOA/AAAAAAAA4D8CAAAAjAAAAAE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AAAAAAAAAACAcAAASD8AAAAAAAAmAAAACAAAAP//////////"/>
                </a:ext>
              </a:extLst>
            </p:cNvSpPr>
            <p:nvPr/>
          </p:nvSpPr>
          <p:spPr>
            <a:xfrm>
              <a:off x="0" y="0"/>
              <a:ext cx="18288000" cy="10287000"/>
            </a:xfrm>
            <a:custGeom>
              <a:avLst/>
              <a:gdLst/>
              <a:ahLst/>
              <a:cxnLst/>
              <a:rect l="0" t="0" r="18288000" b="10287000"/>
              <a:pathLst>
                <a:path w="18288000" h="10287000">
                  <a:moveTo>
                    <a:pt x="0" y="0"/>
                  </a:moveTo>
                  <a:lnTo>
                    <a:pt x="18288000" y="0"/>
                  </a:lnTo>
                  <a:lnTo>
                    <a:pt x="18288000" y="10287000"/>
                  </a:lnTo>
                  <a:lnTo>
                    <a:pt x="0" y="102870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</p:sp>
      </p:grpSp>
      <p:sp>
        <p:nvSpPr>
          <p:cNvPr id="6" name="TextBox 6"/>
          <p:cNvSpPr>
            <a:extLst>
              <a:ext uri="smNativeData">
                <pr:smNativeData xmlns:pr="smNativeData" xmlns="smNativeData" val="SMDATA_15_NH3EaB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qgUAABkEAABJNQAAggkAABAgAAAmAAAACAAAAP//////////"/>
              </a:ext>
            </a:extLst>
          </p:cNvSpPr>
          <p:nvPr/>
        </p:nvSpPr>
        <p:spPr>
          <a:xfrm>
            <a:off x="920750" y="666115"/>
            <a:ext cx="7741285" cy="8794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 algn="l">
              <a:lnSpc>
                <a:spcPts val="6435"/>
              </a:lnSpc>
              <a:defRPr lang="en-us"/>
            </a:pPr>
            <a:r>
              <a:rPr lang="en-us" sz="5125" cap="none">
                <a:solidFill>
                  <a:srgbClr val="201B18"/>
                </a:solidFill>
                <a:latin typeface="Arimo" pitchFamily="0" charset="1"/>
                <a:ea typeface="Arimo" pitchFamily="0" charset="1"/>
                <a:cs typeface="Arimo" pitchFamily="0" charset="1"/>
              </a:rPr>
              <a:t>Потребителски истории</a:t>
            </a:r>
            <a:endParaRPr lang="en-us" sz="5125" cap="none">
              <a:solidFill>
                <a:srgbClr val="201B18"/>
              </a:solidFill>
              <a:latin typeface="Arimo" pitchFamily="0" charset="1"/>
              <a:ea typeface="Arimo" pitchFamily="0" charset="1"/>
              <a:cs typeface="Arimo" pitchFamily="0" charset="1"/>
            </a:endParaRPr>
          </a:p>
        </p:txBody>
      </p:sp>
      <p:grpSp>
        <p:nvGrpSpPr>
          <p:cNvPr id="7" name="Group 7"/>
          <p:cNvGrpSpPr>
            <a:extLst>
              <a:ext uri="smNativeData">
                <pr:smNativeData xmlns:pr="smNativeData" xmlns="smNativeData" val="SMDATA_6_NH3EaBMAAAAlAAAAAQAAAA8BAAAAkAAAAEgAAACQAAAASAAAAAAAAAAAAAAAAAAAABcAAAAUAAAAAAAAAAAAAAD/fwAA/38AAAAAAAAJAAAABAAAAABkAAkfAAAAVAAAAAAAAAAAAAAAAAAAAAAAAAAAAAAAAAAAAAAAAAAAAAAAAAAAAAAAAAAAAAAAAAAAAAAAAAAAAAAAAAAAAAAAAAAAAAAAAAAAAAAAAAAAAAAAAAAAACEAAAAYAAAAFAAAAKoFAAC+DAAAt2IAANs6AAAQAAAAJgAAAAgAAAD/////AAAAAA=="/>
              </a:ext>
            </a:extLst>
          </p:cNvGrpSpPr>
          <p:nvPr/>
        </p:nvGrpSpPr>
        <p:grpSpPr>
          <a:xfrm>
            <a:off x="920750" y="2071370"/>
            <a:ext cx="15126335" cy="7496175"/>
            <a:chOff x="920750" y="2071370"/>
            <a:chExt cx="15126335" cy="7496175"/>
          </a:xfrm>
        </p:grpSpPr>
        <p:sp>
          <p:nvSpPr>
            <p:cNvPr id="8" name="Freeform 8" descr="preencoded.png"/>
            <p:cNvSpPr>
              <a:extLst>
                <a:ext uri="smNativeData">
                  <pr:smNativeData xmlns:pr="smNativeData" xmlns="smNativeData" val="SMDATA_15_NH3EaBMAAAAlAAAACwAAAA0AAAAAAAAAAAAAAAASfAAAfD0AAAAAAAAAAAAAAAAAAAEAAABQAAAAAAAAAAAA4D8AAAAAAADgPwAAAAAAAOA/AAAAAAAA4D8AAAAAAADgPwAAAAAAAOA/AAAAAAAA4D8AAAAAAADgPwAAAAAAAOA/AAAAAAAA4D8CAAAAjAAAAAEAAAACAAAA////AP///wgAAAAAAAAAAAoqyzreysRFqqr92CVlMhcB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qgUAAL4MAAC3YgAA2zoAAAAAAAAmAAAACAAAAP//////////"/>
                </a:ext>
              </a:extLst>
            </p:cNvSpPr>
            <p:nvPr/>
          </p:nvSpPr>
          <p:spPr>
            <a:xfrm>
              <a:off x="920750" y="2071370"/>
              <a:ext cx="15126335" cy="7496175"/>
            </a:xfrm>
            <a:custGeom>
              <a:avLst/>
              <a:gdLst/>
              <a:ahLst/>
              <a:cxnLst/>
              <a:rect l="0" t="0" r="15126335" b="7496175"/>
              <a:pathLst>
                <a:path w="15126335" h="7496175">
                  <a:moveTo>
                    <a:pt x="0" y="0"/>
                  </a:moveTo>
                  <a:lnTo>
                    <a:pt x="15126335" y="0"/>
                  </a:lnTo>
                  <a:lnTo>
                    <a:pt x="15126335" y="7496175"/>
                  </a:lnTo>
                  <a:lnTo>
                    <a:pt x="0" y="74961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rcRect/>
              <a:stretch/>
            </a:blipFill>
            <a:ln>
              <a:noFill/>
            </a:ln>
            <a:effectLst/>
          </p:spPr>
        </p:sp>
      </p:grpSp>
    </p:spTree>
  </p:cSld>
  <p:clrMapOvr>
    <a:masterClrMapping/>
  </p:clrMapOvr>
  <p:transition spd="fast" p14:dur="800">
    <p:fade/>
    <p:extLst>
      <p:ext uri="smNativeData">
        <pr:smNativeData xmlns:pr="smNativeData" xmlns="smNativeData" val="NH3EaAAAAAAgAwAAAAAAAAYAAAAAAAAAAAAAAAAAAAAAAAAAAQAAAAAAAAAAAAAAAAAAAAAAAAAAAAAA" duo="NH3EaAAAAAAAAAAAAAAAAAAAAAA="/>
      </p:ext>
    </p:extLst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extLst>
              <a:ext uri="smNativeData">
                <pr:smNativeData xmlns:pr="smNativeData" xmlns="smNativeData" val="SMDATA_6_NH3EaBMAAAAlAAAAAQAAAA8BAAAAkAAAAEgAAACQAAAASAAAAAAAAAAAAAAAAAAAABcAAAAUAAAAAAAAAAAAAAD/fwAA/38AAAAAAAAJAAAABAAAAAABAAAfAAAAVAAAAAAAAAAAAAAAAAAAAAAAAAAAAAAAAAAAAAAAAAAAAAAAAAAAAAAAAAAAAAAAAAAAAAAAAAAAAAAAAAAAAAAAAAAAAAAAAAAAAAAAAAAAAAAAAAAAACEAAAAYAAAAFAAAAAAAAAAAAAAAgHAAAEg/AAAQAAAAJgAAAAgAAAD/////AAAAAA=="/>
              </a:ext>
            </a:extLst>
          </p:cNvGrpSpPr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sp>
          <p:nvSpPr>
            <p:cNvPr id="3" name="Freeform 3"/>
            <p:cNvSpPr>
              <a:extLst>
                <a:ext uri="smNativeData">
                  <pr:smNativeData xmlns:pr="smNativeData" xmlns="smNativeData" val="SMDATA_15_NH3EaBMAAAAlAAAACwAAAA0AAAAAAAAAAAAAAAAAlgAAYFQAAAAAAAAAAAAAAAAAAAEAAABQAAAAAAAAAAAA4D8AAAAAAADgPwAAAAAAAOA/AAAAAAAA4D8AAAAAAADgPwAAAAAAAOA/AAAAAAAA4D8AAAAAAADgPwAAAAAAAOA/AAAAAAAA4D8CAAAAjAAAAAEAAAAAAAAA9/Pw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9/PwAP///wEAAAAAAAAAAAAAAAAAAAAAAAAAAAAAAAAAAAAAAAAAAAAAAAB/f38A7uzhA8zMzADAwP8Af39/AAAAAAAAAAAAAAAAAAAAAAAAAAAAIQAAABgAAAAUAAAAAAAAAAAAAACAcAAASD8AAAAAAAAmAAAACAAAAP//////////"/>
                </a:ext>
              </a:extLst>
            </p:cNvSpPr>
            <p:nvPr/>
          </p:nvSpPr>
          <p:spPr>
            <a:xfrm>
              <a:off x="0" y="0"/>
              <a:ext cx="18288000" cy="10287000"/>
            </a:xfrm>
            <a:custGeom>
              <a:avLst/>
              <a:gdLst/>
              <a:ahLst/>
              <a:cxnLst/>
              <a:rect l="0" t="0" r="18288000" b="10287000"/>
              <a:pathLst>
                <a:path w="18288000" h="10287000">
                  <a:moveTo>
                    <a:pt x="0" y="0"/>
                  </a:moveTo>
                  <a:lnTo>
                    <a:pt x="18288000" y="0"/>
                  </a:lnTo>
                  <a:lnTo>
                    <a:pt x="18288000" y="10287000"/>
                  </a:lnTo>
                  <a:lnTo>
                    <a:pt x="0" y="10287000"/>
                  </a:lnTo>
                  <a:close/>
                </a:path>
              </a:pathLst>
            </a:custGeom>
            <a:solidFill>
              <a:srgbClr val="F7F3F0"/>
            </a:solidFill>
            <a:ln>
              <a:noFill/>
            </a:ln>
            <a:effectLst/>
          </p:spPr>
        </p:sp>
      </p:grpSp>
      <p:grpSp>
        <p:nvGrpSpPr>
          <p:cNvPr id="4" name="Group 4"/>
          <p:cNvGrpSpPr>
            <a:extLst>
              <a:ext uri="smNativeData">
                <pr:smNativeData xmlns:pr="smNativeData" xmlns="smNativeData" val="SMDATA_6_NH3EaBMAAAAlAAAAAQAAAA8BAAAAkAAAAEgAAACQAAAASAAAAAAAAAAAAAAAAAAAABcAAAAUAAAAAAAAAAAAAAD/fwAA/38AAAAAAAAJAAAABAAAAAAAAAAfAAAAVAAAAAAAAAAAAAAAAAAAAAAAAAAAAAAAAAAAAAAAAAAAAAAAAAAAAAAAAAAAAAAAAAAAAAAAAAAAAAAAAAAAAAAAAAAAAAAAAAAAAAAAAAAAAAAAAAAAACEAAAAYAAAAFAAAAAAAAAAAAAAAgHAAAEg/AAAQAAAAJgAAAAgAAAD/////AAAAAA=="/>
              </a:ext>
            </a:extLst>
          </p:cNvGrpSpPr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sp>
          <p:nvSpPr>
            <p:cNvPr id="5" name="Freeform 5"/>
            <p:cNvSpPr>
              <a:extLst>
                <a:ext uri="smNativeData">
                  <pr:smNativeData xmlns:pr="smNativeData" xmlns="smNativeData" val="SMDATA_15_NH3EaBMAAAAlAAAACwAAAA0AAAAAAAAAAAAAAAAAlgAAYFQAAAAAAAAAAAAAAAAAAAEAAABQAAAAAAAAAAAA4D8AAAAAAADgPwAAAAAAAOA/AAAAAAAA4D8AAAAAAADgPwAAAAAAAOA/AAAAAAAA4D8AAAAAAADgPwAAAAAAAOA/AAAAAAAA4D8CAAAAjAAAAAE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AAAAAAAAAACAcAAASD8AAAAAAAAmAAAACAAAAP//////////"/>
                </a:ext>
              </a:extLst>
            </p:cNvSpPr>
            <p:nvPr/>
          </p:nvSpPr>
          <p:spPr>
            <a:xfrm>
              <a:off x="0" y="0"/>
              <a:ext cx="18288000" cy="10287000"/>
            </a:xfrm>
            <a:custGeom>
              <a:avLst/>
              <a:gdLst/>
              <a:ahLst/>
              <a:cxnLst/>
              <a:rect l="0" t="0" r="18288000" b="10287000"/>
              <a:pathLst>
                <a:path w="18288000" h="10287000">
                  <a:moveTo>
                    <a:pt x="0" y="0"/>
                  </a:moveTo>
                  <a:lnTo>
                    <a:pt x="18288000" y="0"/>
                  </a:lnTo>
                  <a:lnTo>
                    <a:pt x="18288000" y="10287000"/>
                  </a:lnTo>
                  <a:lnTo>
                    <a:pt x="0" y="102870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</p:sp>
      </p:grpSp>
      <p:grpSp>
        <p:nvGrpSpPr>
          <p:cNvPr id="6" name="Group 6"/>
          <p:cNvGrpSpPr>
            <a:extLst>
              <a:ext uri="smNativeData">
                <pr:smNativeData xmlns:pr="smNativeData" xmlns="smNativeData" val="SMDATA_6_NH3EaBMAAAAlAAAAAQAAAA8BAAAAkAAAAEgAAACQAAAASAAAAAAAAAAAAAAAAAAAABcAAAAUAAAAAAAAAAAAAAD/fwAA/38AAAAAAAAJAAAABAAAAAAAAAAfAAAAVAAAAAAAAAAAAAAAAAAAAAAAAAAAAAAAAAAAAAAAAAAAAAAAAAAAAAAAAAAAAAAAAAAAAAAAAAAAAAAAAAAAAAAAAAAAAAAAAAAAAAAAAAAAAAAAAAAAACEAAAAYAAAAFAAAAO8BAAB7DAAAQSgAAM0yAAAQAAAAJgAAAAgAAAD/////AAAAAA=="/>
              </a:ext>
            </a:extLst>
          </p:cNvGrpSpPr>
          <p:nvPr/>
        </p:nvGrpSpPr>
        <p:grpSpPr>
          <a:xfrm>
            <a:off x="314325" y="2028825"/>
            <a:ext cx="6229350" cy="6229350"/>
            <a:chOff x="314325" y="2028825"/>
            <a:chExt cx="6229350" cy="6229350"/>
          </a:xfrm>
        </p:grpSpPr>
        <p:sp>
          <p:nvSpPr>
            <p:cNvPr id="7" name="Freeform 7" descr="preencoded.png"/>
            <p:cNvSpPr>
              <a:extLst>
                <a:ext uri="smNativeData">
                  <pr:smNativeData xmlns:pr="smNativeData" xmlns="smNativeData" val="SMDATA_15_NH3EaBMAAAAlAAAACwAAAA0AAAAAAAAAAAAAAAAXMwAAFzMAAAAAAAAAAAAAAAAAAAEAAABQAAAAAAAAAAAA4D8AAAAAAADgPwAAAAAAAOA/AAAAAAAA4D8AAAAAAADgPwAAAAAAAOA/AAAAAAAA4D8AAAAAAADgPwAAAAAAAOA/AAAAAAAA4D8CAAAAjAAAAAEAAAACAAAA////AP///wgAAAAAAAAAALSa6ildeoZMhzTmSrdPkSMB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7wEAAHsMAABBKAAAzTIAAAAAAAAmAAAACAAAAP//////////"/>
                </a:ext>
              </a:extLst>
            </p:cNvSpPr>
            <p:nvPr/>
          </p:nvSpPr>
          <p:spPr>
            <a:xfrm>
              <a:off x="314325" y="2028825"/>
              <a:ext cx="6229350" cy="6229350"/>
            </a:xfrm>
            <a:custGeom>
              <a:avLst/>
              <a:gdLst/>
              <a:ahLst/>
              <a:cxnLst/>
              <a:rect l="0" t="0" r="6229350" b="6229350"/>
              <a:pathLst>
                <a:path w="6229350" h="6229350">
                  <a:moveTo>
                    <a:pt x="0" y="0"/>
                  </a:moveTo>
                  <a:lnTo>
                    <a:pt x="6229350" y="0"/>
                  </a:lnTo>
                  <a:lnTo>
                    <a:pt x="6229350" y="6229350"/>
                  </a:lnTo>
                  <a:lnTo>
                    <a:pt x="0" y="62293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rcRect/>
              <a:stretch/>
            </a:blipFill>
            <a:ln>
              <a:noFill/>
            </a:ln>
            <a:effectLst/>
          </p:spPr>
        </p:sp>
      </p:grpSp>
      <p:sp>
        <p:nvSpPr>
          <p:cNvPr id="8" name="TextBox 8"/>
          <p:cNvSpPr>
            <a:extLst>
              <a:ext uri="smNativeData">
                <pr:smNativeData xmlns:pr="smNativeData" xmlns="smNativeData" val="SMDATA_15_NH3EaB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my8AADEFAAAZYwAAUwoAABAgAAAmAAAACAAAAP//////////"/>
              </a:ext>
            </a:extLst>
          </p:cNvSpPr>
          <p:nvPr/>
        </p:nvSpPr>
        <p:spPr>
          <a:xfrm>
            <a:off x="7738745" y="843915"/>
            <a:ext cx="8370570" cy="83439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 algn="l">
              <a:lnSpc>
                <a:spcPts val="6185"/>
              </a:lnSpc>
              <a:defRPr lang="en-us"/>
            </a:pPr>
            <a:r>
              <a:rPr lang="en-us" sz="4935" cap="none">
                <a:solidFill>
                  <a:srgbClr val="201B18"/>
                </a:solidFill>
                <a:latin typeface="Arimo" pitchFamily="0" charset="1"/>
                <a:ea typeface="Arimo" pitchFamily="0" charset="1"/>
                <a:cs typeface="Arimo" pitchFamily="0" charset="1"/>
              </a:rPr>
              <a:t>Функционални изисквания</a:t>
            </a:r>
            <a:endParaRPr lang="en-us" sz="4935" cap="none">
              <a:solidFill>
                <a:srgbClr val="201B18"/>
              </a:solidFill>
              <a:latin typeface="Arimo" pitchFamily="0" charset="1"/>
              <a:ea typeface="Arimo" pitchFamily="0" charset="1"/>
              <a:cs typeface="Arimo" pitchFamily="0" charset="1"/>
            </a:endParaRPr>
          </a:p>
        </p:txBody>
      </p:sp>
      <p:sp>
        <p:nvSpPr>
          <p:cNvPr id="9" name="TextBox 9"/>
          <p:cNvSpPr>
            <a:extLst>
              <a:ext uri="smNativeData">
                <pr:smNativeData xmlns:pr="smNativeData" xmlns="smNativeData" val="SMDATA_15_NH3EaB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my8AAC0MAAAVawAAmREAABAgAAAmAAAACAAAAP//////////"/>
              </a:ext>
            </a:extLst>
          </p:cNvSpPr>
          <p:nvPr/>
        </p:nvSpPr>
        <p:spPr>
          <a:xfrm>
            <a:off x="7738745" y="1979295"/>
            <a:ext cx="9668510" cy="88138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 algn="l">
              <a:lnSpc>
                <a:spcPts val="3125"/>
              </a:lnSpc>
              <a:defRPr lang="en-us"/>
            </a:pPr>
            <a:r>
              <a:rPr lang="en-us" sz="1935" cap="none">
                <a:solidFill>
                  <a:srgbClr val="504C49"/>
                </a:solidFill>
                <a:latin typeface="Source Han Sans JP" pitchFamily="0" charset="1"/>
                <a:ea typeface="Source Han Sans JP" pitchFamily="0" charset="1"/>
                <a:cs typeface="Source Han Sans JP" pitchFamily="0" charset="1"/>
              </a:rPr>
              <a:t>Основните функционалности, които трябва да поддържа системата за успешна работа на онлайн магазина.</a:t>
            </a:r>
            <a:endParaRPr lang="en-us" sz="1935" cap="none">
              <a:solidFill>
                <a:srgbClr val="504C49"/>
              </a:solidFill>
              <a:latin typeface="Source Han Sans JP" pitchFamily="0" charset="1"/>
              <a:ea typeface="Source Han Sans JP" pitchFamily="0" charset="1"/>
              <a:cs typeface="Source Han Sans JP" pitchFamily="0" charset="1"/>
            </a:endParaRPr>
          </a:p>
        </p:txBody>
      </p:sp>
      <p:sp>
        <p:nvSpPr>
          <p:cNvPr id="10" name="TextBox 10"/>
          <p:cNvSpPr>
            <a:extLst>
              <a:ext uri="smNativeData">
                <pr:smNativeData xmlns:pr="smNativeData" xmlns="smNativeData" val="SMDATA_15_NH3EaB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my8AAN8SAAAVawAAwRcAAAAgAAAmAAAACAAAAP//////////"/>
              </a:ext>
            </a:extLst>
          </p:cNvSpPr>
          <p:nvPr/>
        </p:nvSpPr>
        <p:spPr>
          <a:xfrm>
            <a:off x="7738745" y="3067685"/>
            <a:ext cx="9668510" cy="7937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 lvl="1" marL="0" indent="0" algn="l">
              <a:lnSpc>
                <a:spcPts val="3125"/>
              </a:lnSpc>
              <a:buFont typeface="Wingdings" pitchFamily="2" charset="2"/>
              <a:buChar char=""/>
              <a:defRPr lang="en-us"/>
            </a:pPr>
            <a:r>
              <a:rPr lang="en-us" sz="1935" cap="none">
                <a:solidFill>
                  <a:srgbClr val="504C49"/>
                </a:solidFill>
                <a:latin typeface="Source Han Sans JP" pitchFamily="0" charset="1"/>
                <a:ea typeface="Source Han Sans JP" pitchFamily="0" charset="1"/>
                <a:cs typeface="Source Han Sans JP" pitchFamily="0" charset="1"/>
              </a:rPr>
              <a:t>Регистрация/Вход — регистрация с имейл и парола, вход, възстановяване на парола.</a:t>
            </a:r>
            <a:endParaRPr lang="en-us" sz="1935" cap="none">
              <a:solidFill>
                <a:srgbClr val="504C49"/>
              </a:solidFill>
              <a:latin typeface="Source Han Sans JP" pitchFamily="0" charset="1"/>
              <a:ea typeface="Source Han Sans JP" pitchFamily="0" charset="1"/>
              <a:cs typeface="Source Han Sans JP" pitchFamily="0" charset="1"/>
            </a:endParaRPr>
          </a:p>
        </p:txBody>
      </p:sp>
      <p:sp>
        <p:nvSpPr>
          <p:cNvPr id="11" name="TextBox 11"/>
          <p:cNvSpPr>
            <a:extLst>
              <a:ext uri="smNativeData">
                <pr:smNativeData xmlns:pr="smNativeData" xmlns="smNativeData" val="SMDATA_15_NH3EaB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my8AAF0YAAAVawAAPx0AAAAgAAAmAAAACAAAAP//////////"/>
              </a:ext>
            </a:extLst>
          </p:cNvSpPr>
          <p:nvPr/>
        </p:nvSpPr>
        <p:spPr>
          <a:xfrm>
            <a:off x="7738745" y="3960495"/>
            <a:ext cx="9668510" cy="7937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 lvl="1" marL="0" indent="0" algn="l">
              <a:lnSpc>
                <a:spcPts val="3125"/>
              </a:lnSpc>
              <a:buFont typeface="Wingdings" pitchFamily="2" charset="2"/>
              <a:buChar char=""/>
              <a:defRPr lang="en-us"/>
            </a:pPr>
            <a:r>
              <a:rPr lang="en-us" sz="1935" cap="none">
                <a:solidFill>
                  <a:srgbClr val="504C49"/>
                </a:solidFill>
                <a:latin typeface="Source Han Sans JP" pitchFamily="0" charset="1"/>
                <a:ea typeface="Source Han Sans JP" pitchFamily="0" charset="1"/>
                <a:cs typeface="Source Han Sans JP" pitchFamily="0" charset="1"/>
              </a:rPr>
              <a:t>Продуктов каталог — категории, базова навигация и филтри (по цена, категория).</a:t>
            </a:r>
            <a:endParaRPr lang="en-us" sz="1935" cap="none">
              <a:solidFill>
                <a:srgbClr val="504C49"/>
              </a:solidFill>
              <a:latin typeface="Source Han Sans JP" pitchFamily="0" charset="1"/>
              <a:ea typeface="Source Han Sans JP" pitchFamily="0" charset="1"/>
              <a:cs typeface="Source Han Sans JP" pitchFamily="0" charset="1"/>
            </a:endParaRPr>
          </a:p>
        </p:txBody>
      </p:sp>
      <p:sp>
        <p:nvSpPr>
          <p:cNvPr id="12" name="TextBox 12"/>
          <p:cNvSpPr>
            <a:extLst>
              <a:ext uri="smNativeData">
                <pr:smNativeData xmlns:pr="smNativeData" xmlns="smNativeData" val="SMDATA_15_NH3EaB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my8AANwdAAAVawAATSAAAAAgAAAmAAAACAAAAP//////////"/>
              </a:ext>
            </a:extLst>
          </p:cNvSpPr>
          <p:nvPr/>
        </p:nvSpPr>
        <p:spPr>
          <a:xfrm>
            <a:off x="7738745" y="4853940"/>
            <a:ext cx="9668510" cy="3968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 lvl="1" marL="292100" indent="-146050" algn="l">
              <a:lnSpc>
                <a:spcPts val="3125"/>
              </a:lnSpc>
              <a:buFont typeface="Wingdings" pitchFamily="2" charset="2"/>
              <a:buChar char=""/>
              <a:defRPr lang="en-us"/>
            </a:pPr>
            <a:r>
              <a:rPr lang="en-us" sz="1935" cap="none">
                <a:solidFill>
                  <a:srgbClr val="504C49"/>
                </a:solidFill>
                <a:latin typeface="Source Han Sans JP" pitchFamily="0" charset="1"/>
                <a:ea typeface="Source Han Sans JP" pitchFamily="0" charset="1"/>
                <a:cs typeface="Source Han Sans JP" pitchFamily="0" charset="1"/>
              </a:rPr>
              <a:t>Страница на продукта — информация, галерия, наличност, варианти.</a:t>
            </a:r>
            <a:endParaRPr lang="en-us" sz="1935" cap="none">
              <a:solidFill>
                <a:srgbClr val="504C49"/>
              </a:solidFill>
              <a:latin typeface="Source Han Sans JP" pitchFamily="0" charset="1"/>
              <a:ea typeface="Source Han Sans JP" pitchFamily="0" charset="1"/>
              <a:cs typeface="Source Han Sans JP" pitchFamily="0" charset="1"/>
            </a:endParaRPr>
          </a:p>
        </p:txBody>
      </p:sp>
      <p:sp>
        <p:nvSpPr>
          <p:cNvPr id="13" name="TextBox 13"/>
          <p:cNvSpPr>
            <a:extLst>
              <a:ext uri="smNativeData">
                <pr:smNativeData xmlns:pr="smNativeData" xmlns="smNativeData" val="SMDATA_15_NH3EaB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my8AAEogAAAVawAALCUAAAAgAAAmAAAACAAAAP//////////"/>
              </a:ext>
            </a:extLst>
          </p:cNvSpPr>
          <p:nvPr/>
        </p:nvSpPr>
        <p:spPr>
          <a:xfrm>
            <a:off x="7738745" y="5248910"/>
            <a:ext cx="9668510" cy="7937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 lvl="1" marL="292100" indent="-146050" algn="l">
              <a:lnSpc>
                <a:spcPts val="3125"/>
              </a:lnSpc>
              <a:buFont typeface="Wingdings" pitchFamily="2" charset="2"/>
              <a:buChar char=""/>
              <a:defRPr lang="en-us"/>
            </a:pPr>
            <a:r>
              <a:rPr lang="en-us" sz="1935" cap="none">
                <a:solidFill>
                  <a:srgbClr val="504C49"/>
                </a:solidFill>
                <a:latin typeface="Source Han Sans JP" pitchFamily="0" charset="1"/>
                <a:ea typeface="Source Han Sans JP" pitchFamily="0" charset="1"/>
                <a:cs typeface="Source Han Sans JP" pitchFamily="0" charset="1"/>
              </a:rPr>
              <a:t>Кошница и Checkout — добавяне/премахване на продукти, избор на адрес, поръчка, потвърждение.</a:t>
            </a:r>
            <a:endParaRPr lang="en-us" sz="1935" cap="none">
              <a:solidFill>
                <a:srgbClr val="504C49"/>
              </a:solidFill>
              <a:latin typeface="Source Han Sans JP" pitchFamily="0" charset="1"/>
              <a:ea typeface="Source Han Sans JP" pitchFamily="0" charset="1"/>
              <a:cs typeface="Source Han Sans JP" pitchFamily="0" charset="1"/>
            </a:endParaRPr>
          </a:p>
        </p:txBody>
      </p:sp>
      <p:sp>
        <p:nvSpPr>
          <p:cNvPr id="14" name="TextBox 14"/>
          <p:cNvSpPr>
            <a:extLst>
              <a:ext uri="smNativeData">
                <pr:smNativeData xmlns:pr="smNativeData" xmlns="smNativeData" val="SMDATA_15_NH3EaB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my8AAF8mAAAVawAAQSsAAAAgAAAmAAAACAAAAP//////////"/>
              </a:ext>
            </a:extLst>
          </p:cNvSpPr>
          <p:nvPr/>
        </p:nvSpPr>
        <p:spPr>
          <a:xfrm>
            <a:off x="7738745" y="6237605"/>
            <a:ext cx="9668510" cy="7937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 lvl="1" marL="292100" indent="-146050" algn="l">
              <a:lnSpc>
                <a:spcPts val="3125"/>
              </a:lnSpc>
              <a:buFont typeface="Wingdings" pitchFamily="2" charset="2"/>
              <a:buChar char=""/>
              <a:defRPr lang="en-us"/>
            </a:pPr>
            <a:r>
              <a:rPr lang="en-us" sz="1935" cap="none">
                <a:solidFill>
                  <a:srgbClr val="504C49"/>
                </a:solidFill>
                <a:latin typeface="Source Han Sans JP" pitchFamily="0" charset="1"/>
                <a:ea typeface="Source Han Sans JP" pitchFamily="0" charset="1"/>
                <a:cs typeface="Source Han Sans JP" pitchFamily="0" charset="1"/>
              </a:rPr>
              <a:t>Плащане — минимум една интеграция за онлайн плащане + опция за банков превод.</a:t>
            </a:r>
            <a:endParaRPr lang="en-us" sz="1935" cap="none">
              <a:solidFill>
                <a:srgbClr val="504C49"/>
              </a:solidFill>
              <a:latin typeface="Source Han Sans JP" pitchFamily="0" charset="1"/>
              <a:ea typeface="Source Han Sans JP" pitchFamily="0" charset="1"/>
              <a:cs typeface="Source Han Sans JP" pitchFamily="0" charset="1"/>
            </a:endParaRPr>
          </a:p>
        </p:txBody>
      </p:sp>
      <p:sp>
        <p:nvSpPr>
          <p:cNvPr id="15" name="TextBox 15"/>
          <p:cNvSpPr>
            <a:extLst>
              <a:ext uri="smNativeData">
                <pr:smNativeData xmlns:pr="smNativeData" xmlns="smNativeData" val="SMDATA_15_NH3EaB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my8AAN0rAAAVawAATi4AAAAgAAAmAAAACAAAAP//////////"/>
              </a:ext>
            </a:extLst>
          </p:cNvSpPr>
          <p:nvPr/>
        </p:nvSpPr>
        <p:spPr>
          <a:xfrm>
            <a:off x="7738745" y="7130415"/>
            <a:ext cx="9668510" cy="3968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 lvl="1" marL="292100" indent="-146050" algn="l">
              <a:lnSpc>
                <a:spcPts val="3125"/>
              </a:lnSpc>
              <a:buFont typeface="Wingdings" pitchFamily="2" charset="2"/>
              <a:buChar char=""/>
              <a:defRPr lang="en-us"/>
            </a:pPr>
            <a:r>
              <a:rPr lang="en-us" sz="1935" cap="none">
                <a:solidFill>
                  <a:srgbClr val="504C49"/>
                </a:solidFill>
                <a:latin typeface="Source Han Sans JP" pitchFamily="0" charset="1"/>
                <a:ea typeface="Source Han Sans JP" pitchFamily="0" charset="1"/>
                <a:cs typeface="Source Han Sans JP" pitchFamily="0" charset="1"/>
              </a:rPr>
              <a:t>Управление на поръчки — преглед и управление на поръчки, статуси.</a:t>
            </a:r>
            <a:endParaRPr lang="en-us" sz="1935" cap="none">
              <a:solidFill>
                <a:srgbClr val="504C49"/>
              </a:solidFill>
              <a:latin typeface="Source Han Sans JP" pitchFamily="0" charset="1"/>
              <a:ea typeface="Source Han Sans JP" pitchFamily="0" charset="1"/>
              <a:cs typeface="Source Han Sans JP" pitchFamily="0" charset="1"/>
            </a:endParaRPr>
          </a:p>
        </p:txBody>
      </p:sp>
      <p:sp>
        <p:nvSpPr>
          <p:cNvPr id="16" name="TextBox 16"/>
          <p:cNvSpPr>
            <a:extLst>
              <a:ext uri="smNativeData">
                <pr:smNativeData xmlns:pr="smNativeData" xmlns="smNativeData" val="SMDATA_15_NH3EaB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my8AAOIuAAAVawAAxDMAAAAgAAAmAAAACAAAAP//////////"/>
              </a:ext>
            </a:extLst>
          </p:cNvSpPr>
          <p:nvPr/>
        </p:nvSpPr>
        <p:spPr>
          <a:xfrm>
            <a:off x="7738745" y="7621270"/>
            <a:ext cx="9668510" cy="7937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 lvl="1" marL="292100" indent="-146050" algn="l">
              <a:lnSpc>
                <a:spcPts val="3125"/>
              </a:lnSpc>
              <a:buFont typeface="Wingdings" pitchFamily="2" charset="2"/>
              <a:buChar char=""/>
              <a:defRPr lang="en-us"/>
            </a:pPr>
            <a:r>
              <a:rPr lang="en-us" sz="1935" cap="none">
                <a:solidFill>
                  <a:srgbClr val="504C49"/>
                </a:solidFill>
                <a:latin typeface="Source Han Sans JP" pitchFamily="0" charset="1"/>
                <a:ea typeface="Source Han Sans JP" pitchFamily="0" charset="1"/>
                <a:cs typeface="Source Han Sans JP" pitchFamily="0" charset="1"/>
              </a:rPr>
              <a:t>Наличности — автоматично намаляване при поръчка и индикация за ниски наличности.</a:t>
            </a:r>
            <a:endParaRPr lang="en-us" sz="1935" cap="none">
              <a:solidFill>
                <a:srgbClr val="504C49"/>
              </a:solidFill>
              <a:latin typeface="Source Han Sans JP" pitchFamily="0" charset="1"/>
              <a:ea typeface="Source Han Sans JP" pitchFamily="0" charset="1"/>
              <a:cs typeface="Source Han Sans JP" pitchFamily="0" charset="1"/>
            </a:endParaRPr>
          </a:p>
        </p:txBody>
      </p:sp>
      <p:sp>
        <p:nvSpPr>
          <p:cNvPr id="17" name="TextBox 17"/>
          <p:cNvSpPr>
            <a:extLst>
              <a:ext uri="smNativeData">
                <pr:smNativeData xmlns:pr="smNativeData" xmlns="smNativeData" val="SMDATA_15_NH3EaB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my8AAGA0AAAVawAAQjkAAAAgAAAmAAAACAAAAP//////////"/>
              </a:ext>
            </a:extLst>
          </p:cNvSpPr>
          <p:nvPr/>
        </p:nvSpPr>
        <p:spPr>
          <a:xfrm>
            <a:off x="7738745" y="8514080"/>
            <a:ext cx="9668510" cy="7937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 lvl="1" marL="292100" indent="-146050" algn="l">
              <a:lnSpc>
                <a:spcPts val="3125"/>
              </a:lnSpc>
              <a:buFont typeface="Wingdings" pitchFamily="2" charset="2"/>
              <a:buChar char=""/>
              <a:defRPr lang="en-us"/>
            </a:pPr>
            <a:r>
              <a:rPr lang="en-us" sz="1935" cap="none">
                <a:solidFill>
                  <a:srgbClr val="504C49"/>
                </a:solidFill>
                <a:latin typeface="Source Han Sans JP" pitchFamily="0" charset="1"/>
                <a:ea typeface="Source Han Sans JP" pitchFamily="0" charset="1"/>
                <a:cs typeface="Source Han Sans JP" pitchFamily="0" charset="1"/>
              </a:rPr>
              <a:t>Уведомления — имейл уведомления при потвърждение и промяна на статус на поръчката.</a:t>
            </a:r>
            <a:endParaRPr lang="en-us" sz="1935" cap="none">
              <a:solidFill>
                <a:srgbClr val="504C49"/>
              </a:solidFill>
              <a:latin typeface="Source Han Sans JP" pitchFamily="0" charset="1"/>
              <a:ea typeface="Source Han Sans JP" pitchFamily="0" charset="1"/>
              <a:cs typeface="Source Han Sans JP" pitchFamily="0" charset="1"/>
            </a:endParaRPr>
          </a:p>
        </p:txBody>
      </p:sp>
    </p:spTree>
  </p:cSld>
  <p:clrMapOvr>
    <a:masterClrMapping/>
  </p:clrMapOvr>
  <p:transition spd="fast" p14:dur="800">
    <p:fade/>
    <p:extLst>
      <p:ext uri="smNativeData">
        <pr:smNativeData xmlns:pr="smNativeData" xmlns="smNativeData" val="NH3EaAAAAAAgAwAAAAAAAAYAAAAAAAAAAAAAAAAAAAAAAAAAAQAAAAAAAAAAAAAAAAAAAAAAAAAAAAAA" duo="NH3EaAAAAAAAAAAAAAAAAAAAAAA="/>
      </p:ext>
    </p:extLst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extLst>
              <a:ext uri="smNativeData">
                <pr:smNativeData xmlns:pr="smNativeData" xmlns="smNativeData" val="SMDATA_6_NH3EaBMAAAAlAAAAAQAAAA8BAAAAkAAAAEgAAACQAAAASAAAAAAAAAAAAAAAAAAAABcAAAAUAAAAAAAAAAAAAAD/fwAA/38AAAAAAAAJAAAABAAAAAAAAAAfAAAAVAAAAAAAAAAAAAAAAAAAAAAAAAAAAAAAAAAAAAAAAAAAAAAAAAAAAAAAAAAAAAAAAAAAAAAAAAAAAAAAAAAAAAAAAAAAAAAAAAAAAAAAAAAAAAAAAAAAACEAAAAYAAAAFAAAAAAAAAAAAAAAgHAAAEg/AAAQAAAAJgAAAAgAAAD/////AAAAAA=="/>
              </a:ext>
            </a:extLst>
          </p:cNvGrpSpPr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sp>
          <p:nvSpPr>
            <p:cNvPr id="3" name="Freeform 3"/>
            <p:cNvSpPr>
              <a:extLst>
                <a:ext uri="smNativeData">
                  <pr:smNativeData xmlns:pr="smNativeData" xmlns="smNativeData" val="SMDATA_15_NH3EaBMAAAAlAAAACwAAAA0AAAAAAAAAAAAAAAAAlgAAYFQAAAAAAAAAAAAAAAAAAAEAAABQAAAAAAAAAAAA4D8AAAAAAADgPwAAAAAAAOA/AAAAAAAA4D8AAAAAAADgPwAAAAAAAOA/AAAAAAAA4D8AAAAAAADgPwAAAAAAAOA/AAAAAAAA4D8CAAAAjAAAAAEAAAAAAAAA9/Pw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9/PwAP///wEAAAAAAAAAAAAAAAAAAAAAAAAAAAAAAAAAAAAAAAAAAAAAAAB/f38A7uzhA8zMzADAwP8Af39/AAAAAAAAAAAAAAAAAAAAAAAAAAAAIQAAABgAAAAUAAAAAAAAAAAAAACAcAAASD8AAAAAAAAmAAAACAAAAP//////////"/>
                </a:ext>
              </a:extLst>
            </p:cNvSpPr>
            <p:nvPr/>
          </p:nvSpPr>
          <p:spPr>
            <a:xfrm>
              <a:off x="0" y="0"/>
              <a:ext cx="18288000" cy="10287000"/>
            </a:xfrm>
            <a:custGeom>
              <a:avLst/>
              <a:gdLst/>
              <a:ahLst/>
              <a:cxnLst/>
              <a:rect l="0" t="0" r="18288000" b="10287000"/>
              <a:pathLst>
                <a:path w="18288000" h="10287000">
                  <a:moveTo>
                    <a:pt x="0" y="0"/>
                  </a:moveTo>
                  <a:lnTo>
                    <a:pt x="18288000" y="0"/>
                  </a:lnTo>
                  <a:lnTo>
                    <a:pt x="18288000" y="10287000"/>
                  </a:lnTo>
                  <a:lnTo>
                    <a:pt x="0" y="10287000"/>
                  </a:lnTo>
                  <a:close/>
                </a:path>
              </a:pathLst>
            </a:custGeom>
            <a:solidFill>
              <a:srgbClr val="F7F3F0"/>
            </a:solidFill>
            <a:ln>
              <a:noFill/>
            </a:ln>
            <a:effectLst/>
          </p:spPr>
        </p:sp>
      </p:grpSp>
      <p:grpSp>
        <p:nvGrpSpPr>
          <p:cNvPr id="4" name="Group 4"/>
          <p:cNvGrpSpPr>
            <a:extLst>
              <a:ext uri="smNativeData">
                <pr:smNativeData xmlns:pr="smNativeData" xmlns="smNativeData" val="SMDATA_6_NH3EaBMAAAAlAAAAAQAAAA8BAAAAkAAAAEgAAACQAAAASAAAAAAAAAAAAAAAAAAAABcAAAAUAAAAAAAAAAAAAAD/fwAA/38AAAAAAAAJAAAABAAAACQCAAAfAAAAVAAAAAAAAAAAAAAAAAAAAAAAAAAAAAAAAAAAAAAAAAAAAAAAAAAAAAAAAAAAAAAAAAAAAAAAAAAAAAAAAAAAAAAAAAAAAAAAAAAAAAAAAAAAAAAAAAAAACEAAAAYAAAAFAAAAAAAAAAAAAAAgHAAAEg/AAAQAAAAJgAAAAgAAAD/////AAAAAA=="/>
              </a:ext>
            </a:extLst>
          </p:cNvGrpSpPr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sp>
          <p:nvSpPr>
            <p:cNvPr id="5" name="Freeform 5"/>
            <p:cNvSpPr>
              <a:extLst>
                <a:ext uri="smNativeData">
                  <pr:smNativeData xmlns:pr="smNativeData" xmlns="smNativeData" val="SMDATA_15_NH3EaBMAAAAlAAAACwAAAA0AAAAAAAAAAAAAAAAAlgAAYFQAAAAAAAAAAAAAAAAAAAEAAABQAAAAAAAAAAAA4D8AAAAAAADgPwAAAAAAAOA/AAAAAAAA4D8AAAAAAADgPwAAAAAAAOA/AAAAAAAA4D8AAAAAAADgPwAAAAAAAOA/AAAAAAAA4D8CAAAAjAAAAAE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AAAAAAAAAACAcAAASD8AAAAAAAAmAAAACAAAAP//////////"/>
                </a:ext>
              </a:extLst>
            </p:cNvSpPr>
            <p:nvPr/>
          </p:nvSpPr>
          <p:spPr>
            <a:xfrm>
              <a:off x="0" y="0"/>
              <a:ext cx="18288000" cy="10287000"/>
            </a:xfrm>
            <a:custGeom>
              <a:avLst/>
              <a:gdLst/>
              <a:ahLst/>
              <a:cxnLst/>
              <a:rect l="0" t="0" r="18288000" b="10287000"/>
              <a:pathLst>
                <a:path w="18288000" h="10287000">
                  <a:moveTo>
                    <a:pt x="0" y="0"/>
                  </a:moveTo>
                  <a:lnTo>
                    <a:pt x="18288000" y="0"/>
                  </a:lnTo>
                  <a:lnTo>
                    <a:pt x="18288000" y="10287000"/>
                  </a:lnTo>
                  <a:lnTo>
                    <a:pt x="0" y="102870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</p:sp>
      </p:grpSp>
      <p:grpSp>
        <p:nvGrpSpPr>
          <p:cNvPr id="6" name="Group 6"/>
          <p:cNvGrpSpPr>
            <a:extLst>
              <a:ext uri="smNativeData">
                <pr:smNativeData xmlns:pr="smNativeData" xmlns="smNativeData" val="SMDATA_6_NH3EaBMAAAAlAAAAAQAAAA8BAAAAkAAAAEgAAACQAAAASAAAAAAAAAAAAAAAAAAAABcAAAAUAAAAAAAAAAAAAAD/fwAA/38AAAAAAAAJAAAABAAAAAAAAAAfAAAAVAAAAAAAAAAAAAAAAAAAAAAAAAAAAAAAAAAAAAAAAAAAAAAAAAAAAAAAAAAAAAAAAAAAAAAAAAAAAAAAAAAAAAAAAAAAAAAAAAAAAAAAAAAAAAAAAAAAACEAAAAYAAAAFAAAAC4CAAC6DAAAAigAAI4yAAAQAAAAJgAAAAgAAAD/////AAAAAA=="/>
              </a:ext>
            </a:extLst>
          </p:cNvGrpSpPr>
          <p:nvPr/>
        </p:nvGrpSpPr>
        <p:grpSpPr>
          <a:xfrm>
            <a:off x="354330" y="2068830"/>
            <a:ext cx="6149340" cy="6149340"/>
            <a:chOff x="354330" y="2068830"/>
            <a:chExt cx="6149340" cy="6149340"/>
          </a:xfrm>
        </p:grpSpPr>
        <p:sp>
          <p:nvSpPr>
            <p:cNvPr id="7" name="Freeform 7" descr="preencoded.png"/>
            <p:cNvSpPr>
              <a:extLst>
                <a:ext uri="smNativeData">
                  <pr:smNativeData xmlns:pr="smNativeData" xmlns="smNativeData" val="SMDATA_15_NH3EaBMAAAAlAAAACwAAAA0AAAAAAAAAAAAAAABwMgAAcDIAAAAAAAAAAAAAAAAAAAEAAABQAAAAAAAAAAAA4D8AAAAAAADgPwAAAAAAAOA/AAAAAAAA4D8AAAAAAADgPwAAAAAAAOA/AAAAAAAA4D8AAAAAAADgPwAAAAAAAOA/AAAAAAAA4D8CAAAAjAAAAAEAAAACAAAA////AP///wgAAAAAAAAAAPqW6zZrL6RHlAas2ICDT/AB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LgIAALoMAAACKAAAjjIAAAAAAAAmAAAACAAAAP//////////"/>
                </a:ext>
              </a:extLst>
            </p:cNvSpPr>
            <p:nvPr/>
          </p:nvSpPr>
          <p:spPr>
            <a:xfrm>
              <a:off x="354330" y="2068830"/>
              <a:ext cx="6149340" cy="6149340"/>
            </a:xfrm>
            <a:custGeom>
              <a:avLst/>
              <a:gdLst/>
              <a:ahLst/>
              <a:cxnLst/>
              <a:rect l="0" t="0" r="6149340" b="6149340"/>
              <a:pathLst>
                <a:path w="6149340" h="6149340">
                  <a:moveTo>
                    <a:pt x="0" y="0"/>
                  </a:moveTo>
                  <a:lnTo>
                    <a:pt x="6149340" y="0"/>
                  </a:lnTo>
                  <a:lnTo>
                    <a:pt x="6149340" y="6149340"/>
                  </a:lnTo>
                  <a:lnTo>
                    <a:pt x="0" y="61493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rcRect/>
              <a:stretch/>
            </a:blipFill>
            <a:ln>
              <a:noFill/>
            </a:ln>
            <a:effectLst/>
          </p:spPr>
        </p:sp>
      </p:grpSp>
      <p:sp>
        <p:nvSpPr>
          <p:cNvPr id="8" name="TextBox 8"/>
          <p:cNvSpPr>
            <a:extLst>
              <a:ext uri="smNativeData">
                <pr:smNativeData xmlns:pr="smNativeData" xmlns="smNativeData" val="SMDATA_15_NH3EaB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SzAAAEgFAABlagAAiRAAABAgAAAmAAAACAAAAP//////////"/>
              </a:ext>
            </a:extLst>
          </p:cNvSpPr>
          <p:nvPr/>
        </p:nvSpPr>
        <p:spPr>
          <a:xfrm>
            <a:off x="7850505" y="858520"/>
            <a:ext cx="9444990" cy="182943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 algn="l">
              <a:lnSpc>
                <a:spcPts val="6935"/>
              </a:lnSpc>
              <a:defRPr lang="en-us"/>
            </a:pPr>
            <a:r>
              <a:rPr lang="en-us" sz="5560" cap="none">
                <a:solidFill>
                  <a:srgbClr val="201B18"/>
                </a:solidFill>
                <a:latin typeface="Arimo" pitchFamily="0" charset="1"/>
                <a:ea typeface="Arimo" pitchFamily="0" charset="1"/>
                <a:cs typeface="Arimo" pitchFamily="0" charset="1"/>
              </a:rPr>
              <a:t>Нефункционални изисквания</a:t>
            </a:r>
            <a:endParaRPr lang="en-us" sz="5560" cap="none">
              <a:solidFill>
                <a:srgbClr val="201B18"/>
              </a:solidFill>
              <a:latin typeface="Arimo" pitchFamily="0" charset="1"/>
              <a:ea typeface="Arimo" pitchFamily="0" charset="1"/>
              <a:cs typeface="Arimo" pitchFamily="0" charset="1"/>
            </a:endParaRPr>
          </a:p>
        </p:txBody>
      </p:sp>
      <p:sp>
        <p:nvSpPr>
          <p:cNvPr id="9" name="TextBox 9"/>
          <p:cNvSpPr>
            <a:extLst>
              <a:ext uri="smNativeData">
                <pr:smNativeData xmlns:pr="smNativeData" xmlns="smNativeData" val="SMDATA_15_NH3EaB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SzAAAJASAABlagAAuxgAABAgAAAmAAAACAAAAP//////////"/>
              </a:ext>
            </a:extLst>
          </p:cNvSpPr>
          <p:nvPr/>
        </p:nvSpPr>
        <p:spPr>
          <a:xfrm>
            <a:off x="7850505" y="3017520"/>
            <a:ext cx="9444990" cy="100266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 algn="l">
              <a:lnSpc>
                <a:spcPts val="3560"/>
              </a:lnSpc>
              <a:defRPr lang="en-us"/>
            </a:pPr>
            <a:r>
              <a:rPr lang="en-us" sz="2185" cap="none">
                <a:solidFill>
                  <a:srgbClr val="504C49"/>
                </a:solidFill>
                <a:latin typeface="Source Han Sans JP" pitchFamily="0" charset="1"/>
                <a:ea typeface="Source Han Sans JP" pitchFamily="0" charset="1"/>
                <a:cs typeface="Source Han Sans JP" pitchFamily="0" charset="1"/>
              </a:rPr>
              <a:t>Технически стандарти и ограничения за осигуряване на качествена работа на системата.</a:t>
            </a:r>
            <a:endParaRPr lang="en-us" sz="2185" cap="none">
              <a:solidFill>
                <a:srgbClr val="504C49"/>
              </a:solidFill>
              <a:latin typeface="Source Han Sans JP" pitchFamily="0" charset="1"/>
              <a:ea typeface="Source Han Sans JP" pitchFamily="0" charset="1"/>
              <a:cs typeface="Source Han Sans JP" pitchFamily="0" charset="1"/>
            </a:endParaRPr>
          </a:p>
        </p:txBody>
      </p:sp>
      <p:sp>
        <p:nvSpPr>
          <p:cNvPr id="10" name="TextBox 10"/>
          <p:cNvSpPr>
            <a:extLst>
              <a:ext uri="smNativeData">
                <pr:smNativeData xmlns:pr="smNativeData" xmlns="smNativeData" val="SMDATA_15_NH3EaB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SzAAABsaAABlagAAqx8AAAAgAAAmAAAACAAAAP//////////"/>
              </a:ext>
            </a:extLst>
          </p:cNvSpPr>
          <p:nvPr/>
        </p:nvSpPr>
        <p:spPr>
          <a:xfrm>
            <a:off x="7850505" y="4243705"/>
            <a:ext cx="9444990" cy="9042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 lvl="1" marL="330200" indent="-165100" algn="l">
              <a:lnSpc>
                <a:spcPts val="3560"/>
              </a:lnSpc>
              <a:buFont typeface="Wingdings" pitchFamily="2" charset="2"/>
              <a:buChar char=""/>
              <a:defRPr lang="en-us"/>
            </a:pPr>
            <a:r>
              <a:rPr lang="en-us" sz="2185" cap="none">
                <a:solidFill>
                  <a:srgbClr val="504C49"/>
                </a:solidFill>
                <a:latin typeface="Source Han Sans JP" pitchFamily="0" charset="1"/>
                <a:ea typeface="Source Han Sans JP" pitchFamily="0" charset="1"/>
                <a:cs typeface="Source Han Sans JP" pitchFamily="0" charset="1"/>
              </a:rPr>
              <a:t>Технически стандарти и ограничения за осигуряване на качествена работа на системата.</a:t>
            </a:r>
            <a:endParaRPr lang="en-us" sz="2185" cap="none">
              <a:solidFill>
                <a:srgbClr val="504C49"/>
              </a:solidFill>
              <a:latin typeface="Source Han Sans JP" pitchFamily="0" charset="1"/>
              <a:ea typeface="Source Han Sans JP" pitchFamily="0" charset="1"/>
              <a:cs typeface="Source Han Sans JP" pitchFamily="0" charset="1"/>
            </a:endParaRPr>
          </a:p>
        </p:txBody>
      </p:sp>
      <p:sp>
        <p:nvSpPr>
          <p:cNvPr id="11" name="TextBox 11"/>
          <p:cNvSpPr>
            <a:extLst>
              <a:ext uri="smNativeData">
                <pr:smNativeData xmlns:pr="smNativeData" xmlns="smNativeData" val="SMDATA_15_NH3EaB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SzAAAEwgAABlagAAFCMAAAAgAAAmAAAACAAAAP//////////"/>
              </a:ext>
            </a:extLst>
          </p:cNvSpPr>
          <p:nvPr/>
        </p:nvSpPr>
        <p:spPr>
          <a:xfrm>
            <a:off x="7850505" y="5250180"/>
            <a:ext cx="9444990" cy="4521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 lvl="1" marL="330200" indent="-165100" algn="l">
              <a:lnSpc>
                <a:spcPts val="3560"/>
              </a:lnSpc>
              <a:buFont typeface="Wingdings" pitchFamily="2" charset="2"/>
              <a:buChar char=""/>
              <a:defRPr lang="en-us"/>
            </a:pPr>
            <a:r>
              <a:rPr lang="en-us" sz="2185" cap="none">
                <a:solidFill>
                  <a:srgbClr val="504C49"/>
                </a:solidFill>
                <a:latin typeface="Source Han Sans JP" pitchFamily="0" charset="1"/>
                <a:ea typeface="Source Han Sans JP" pitchFamily="0" charset="1"/>
                <a:cs typeface="Source Han Sans JP" pitchFamily="0" charset="1"/>
              </a:rPr>
              <a:t>Сигурност — HTTPS, криптиране на пароли</a:t>
            </a:r>
            <a:endParaRPr lang="en-us" sz="2185" cap="none">
              <a:solidFill>
                <a:srgbClr val="504C49"/>
              </a:solidFill>
              <a:latin typeface="Source Han Sans JP" pitchFamily="0" charset="1"/>
              <a:ea typeface="Source Han Sans JP" pitchFamily="0" charset="1"/>
              <a:cs typeface="Source Han Sans JP" pitchFamily="0" charset="1"/>
            </a:endParaRPr>
          </a:p>
        </p:txBody>
      </p:sp>
      <p:sp>
        <p:nvSpPr>
          <p:cNvPr id="12" name="TextBox 12"/>
          <p:cNvSpPr>
            <a:extLst>
              <a:ext uri="smNativeData">
                <pr:smNativeData xmlns:pr="smNativeData" xmlns="smNativeData" val="SMDATA_15_NH3EaB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SzAAALMjAABlagAAQykAAAAgAAAmAAAACAAAAP//////////"/>
              </a:ext>
            </a:extLst>
          </p:cNvSpPr>
          <p:nvPr/>
        </p:nvSpPr>
        <p:spPr>
          <a:xfrm>
            <a:off x="7850505" y="5803265"/>
            <a:ext cx="9444990" cy="9042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 lvl="1" marL="330200" indent="-165100" algn="l">
              <a:lnSpc>
                <a:spcPts val="3560"/>
              </a:lnSpc>
              <a:buFont typeface="Wingdings" pitchFamily="2" charset="2"/>
              <a:buChar char=""/>
              <a:defRPr lang="en-us"/>
            </a:pPr>
            <a:r>
              <a:rPr lang="en-us" sz="2185" cap="none">
                <a:solidFill>
                  <a:srgbClr val="504C49"/>
                </a:solidFill>
                <a:latin typeface="Source Han Sans JP" pitchFamily="0" charset="1"/>
                <a:ea typeface="Source Han Sans JP" pitchFamily="0" charset="1"/>
                <a:cs typeface="Source Han Sans JP" pitchFamily="0" charset="1"/>
              </a:rPr>
              <a:t>Производителност — време за зареждане на страница &lt; 3s при нормален трафик.</a:t>
            </a:r>
            <a:endParaRPr lang="en-us" sz="2185" cap="none">
              <a:solidFill>
                <a:srgbClr val="504C49"/>
              </a:solidFill>
              <a:latin typeface="Source Han Sans JP" pitchFamily="0" charset="1"/>
              <a:ea typeface="Source Han Sans JP" pitchFamily="0" charset="1"/>
              <a:cs typeface="Source Han Sans JP" pitchFamily="0" charset="1"/>
            </a:endParaRPr>
          </a:p>
        </p:txBody>
      </p:sp>
      <p:sp>
        <p:nvSpPr>
          <p:cNvPr id="13" name="TextBox 13"/>
          <p:cNvSpPr>
            <a:extLst>
              <a:ext uri="smNativeData">
                <pr:smNativeData xmlns:pr="smNativeData" xmlns="smNativeData" val="SMDATA_15_NH3EaB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SzAAAOQpAABlagAAdC8AAAAgAAAmAAAACAAAAP//////////"/>
              </a:ext>
            </a:extLst>
          </p:cNvSpPr>
          <p:nvPr/>
        </p:nvSpPr>
        <p:spPr>
          <a:xfrm>
            <a:off x="7850505" y="6809740"/>
            <a:ext cx="9444990" cy="9042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 lvl="1" marL="330200" indent="-165100" algn="l">
              <a:lnSpc>
                <a:spcPts val="3560"/>
              </a:lnSpc>
              <a:buFont typeface="Wingdings" pitchFamily="2" charset="2"/>
              <a:buChar char=""/>
              <a:defRPr lang="en-us"/>
            </a:pPr>
            <a:r>
              <a:rPr lang="en-us" sz="2185" cap="none">
                <a:solidFill>
                  <a:srgbClr val="504C49"/>
                </a:solidFill>
                <a:latin typeface="Source Han Sans JP" pitchFamily="0" charset="1"/>
                <a:ea typeface="Source Han Sans JP" pitchFamily="0" charset="1"/>
                <a:cs typeface="Source Han Sans JP" pitchFamily="0" charset="1"/>
              </a:rPr>
              <a:t>Съвместимост — поддръжка на последните версии на най-използваните браузъри (Chrome/Firefox/Edge/Brave).</a:t>
            </a:r>
            <a:endParaRPr lang="en-us" sz="2185" cap="none">
              <a:solidFill>
                <a:srgbClr val="504C49"/>
              </a:solidFill>
              <a:latin typeface="Source Han Sans JP" pitchFamily="0" charset="1"/>
              <a:ea typeface="Source Han Sans JP" pitchFamily="0" charset="1"/>
              <a:cs typeface="Source Han Sans JP" pitchFamily="0" charset="1"/>
            </a:endParaRPr>
          </a:p>
        </p:txBody>
      </p:sp>
      <p:sp>
        <p:nvSpPr>
          <p:cNvPr id="14" name="TextBox 14"/>
          <p:cNvSpPr>
            <a:extLst>
              <a:ext uri="smNativeData">
                <pr:smNativeData xmlns:pr="smNativeData" xmlns="smNativeData" val="SMDATA_15_NH3EaB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SzAAABQwAABlagAA3DIAAAAgAAAmAAAACAAAAP//////////"/>
              </a:ext>
            </a:extLst>
          </p:cNvSpPr>
          <p:nvPr/>
        </p:nvSpPr>
        <p:spPr>
          <a:xfrm>
            <a:off x="7850505" y="7815580"/>
            <a:ext cx="9444990" cy="4521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 lvl="1" marL="330200" indent="-165100" algn="l">
              <a:lnSpc>
                <a:spcPts val="3560"/>
              </a:lnSpc>
              <a:buFont typeface="Wingdings" pitchFamily="2" charset="2"/>
              <a:buChar char=""/>
              <a:defRPr lang="en-us"/>
            </a:pPr>
            <a:r>
              <a:rPr lang="en-us" sz="2185" cap="none">
                <a:solidFill>
                  <a:srgbClr val="504C49"/>
                </a:solidFill>
                <a:latin typeface="Source Han Sans JP" pitchFamily="0" charset="1"/>
                <a:ea typeface="Source Han Sans JP" pitchFamily="0" charset="1"/>
                <a:cs typeface="Source Han Sans JP" pitchFamily="0" charset="1"/>
              </a:rPr>
              <a:t>Unit/Integration тестове и документиране на кода.</a:t>
            </a:r>
            <a:endParaRPr lang="en-us" sz="2185" cap="none">
              <a:solidFill>
                <a:srgbClr val="504C49"/>
              </a:solidFill>
              <a:latin typeface="Source Han Sans JP" pitchFamily="0" charset="1"/>
              <a:ea typeface="Source Han Sans JP" pitchFamily="0" charset="1"/>
              <a:cs typeface="Source Han Sans JP" pitchFamily="0" charset="1"/>
            </a:endParaRPr>
          </a:p>
        </p:txBody>
      </p:sp>
      <p:sp>
        <p:nvSpPr>
          <p:cNvPr id="15" name="TextBox 15"/>
          <p:cNvSpPr>
            <a:extLst>
              <a:ext uri="smNativeData">
                <pr:smNativeData xmlns:pr="smNativeData" xmlns="smNativeData" val="SMDATA_15_NH3EaB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SzAAAHszAABlagAACzkAAAAgAAAmAAAACAAAAP//////////"/>
              </a:ext>
            </a:extLst>
          </p:cNvSpPr>
          <p:nvPr/>
        </p:nvSpPr>
        <p:spPr>
          <a:xfrm>
            <a:off x="7850505" y="8368665"/>
            <a:ext cx="9444990" cy="9042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 lvl="1" marL="330200" indent="-165100" algn="l">
              <a:lnSpc>
                <a:spcPts val="3560"/>
              </a:lnSpc>
              <a:buFont typeface="Wingdings" pitchFamily="2" charset="2"/>
              <a:buChar char=""/>
              <a:defRPr lang="en-us"/>
            </a:pPr>
            <a:r>
              <a:rPr lang="en-us" sz="2185" cap="none">
                <a:solidFill>
                  <a:srgbClr val="504C49"/>
                </a:solidFill>
                <a:latin typeface="Source Han Sans JP" pitchFamily="0" charset="1"/>
                <a:ea typeface="Source Han Sans JP" pitchFamily="0" charset="1"/>
                <a:cs typeface="Source Han Sans JP" pitchFamily="0" charset="1"/>
              </a:rPr>
              <a:t>GDPR — механизми за съгласие и управление на лични данни (експорт/изтриване по заявка).</a:t>
            </a:r>
            <a:endParaRPr lang="en-us" sz="2185" cap="none">
              <a:solidFill>
                <a:srgbClr val="504C49"/>
              </a:solidFill>
              <a:latin typeface="Source Han Sans JP" pitchFamily="0" charset="1"/>
              <a:ea typeface="Source Han Sans JP" pitchFamily="0" charset="1"/>
              <a:cs typeface="Source Han Sans JP" pitchFamily="0" charset="1"/>
            </a:endParaRPr>
          </a:p>
        </p:txBody>
      </p:sp>
    </p:spTree>
  </p:cSld>
  <p:clrMapOvr>
    <a:masterClrMapping/>
  </p:clrMapOvr>
  <p:transition spd="fast" p14:dur="800">
    <p:fade/>
    <p:extLst>
      <p:ext uri="smNativeData">
        <pr:smNativeData xmlns:pr="smNativeData" xmlns="smNativeData" val="NH3EaAAAAAAgAwAAAAAAAAYAAAAAAAAAAAAAAAAAAAAAAAAAAQAAAAAAAAAAAAAAAAAAAAAAAAAAAAAA" duo="NH3EaAAAAAAAAAAAAAAAAAAAAAA="/>
      </p:ext>
    </p:extLst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extLst>
              <a:ext uri="smNativeData">
                <pr:smNativeData xmlns:pr="smNativeData" xmlns="smNativeData" val="SMDATA_6_NH3EaBMAAAAlAAAAAQAAAA8BAAAAkAAAAEgAAACQAAAASAAAAAAAAAAAAAAAAAAAABcAAAAUAAAAAAAAAAAAAAD/fwAA/38AAAAAAAAJAAAABAAAAKYBAAAfAAAAVAAAAAAAAAAAAAAAAAAAAAAAAAAAAAAAAAAAAAAAAAAAAAAAAAAAAAAAAAAAAAAAAAAAAAAAAAAAAAAAAAAAAAAAAAAAAAAAAAAAAAAAAAAAAAAAAAAAACEAAAAYAAAAFAAAAAAAAAAAAAAAgHAAAEg/AAAQAAAAJgAAAAgAAAD/////AAAAAA=="/>
              </a:ext>
            </a:extLst>
          </p:cNvGrpSpPr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sp>
          <p:nvSpPr>
            <p:cNvPr id="3" name="Freeform 3"/>
            <p:cNvSpPr>
              <a:extLst>
                <a:ext uri="smNativeData">
                  <pr:smNativeData xmlns:pr="smNativeData" xmlns="smNativeData" val="SMDATA_15_NH3EaBMAAAAlAAAACwAAAA0AAAAAAAAAAAAAAAAAlgAAYFQAAAAAAAAAAAAAAAAAAAEAAABQAAAAAAAAAAAA4D8AAAAAAADgPwAAAAAAAOA/AAAAAAAA4D8AAAAAAADgPwAAAAAAAOA/AAAAAAAA4D8AAAAAAADgPwAAAAAAAOA/AAAAAAAA4D8CAAAAjAAAAAEAAAAAAAAA9/Pw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9/PwAP///wEAAAAAAAAAAAAAAAAAAAAAAAAAAAAAAAAAAAAAAAAAAAAAAAB/f38A7uzhA8zMzADAwP8Af39/AAAAAAAAAAAAAAAAAAAAAAAAAAAAIQAAABgAAAAUAAAAAAAAAAAAAACAcAAASD8AAAAAAAAmAAAACAAAAP//////////"/>
                </a:ext>
              </a:extLst>
            </p:cNvSpPr>
            <p:nvPr/>
          </p:nvSpPr>
          <p:spPr>
            <a:xfrm>
              <a:off x="0" y="0"/>
              <a:ext cx="18288000" cy="10287000"/>
            </a:xfrm>
            <a:custGeom>
              <a:avLst/>
              <a:gdLst/>
              <a:ahLst/>
              <a:cxnLst/>
              <a:rect l="0" t="0" r="18288000" b="10287000"/>
              <a:pathLst>
                <a:path w="18288000" h="10287000">
                  <a:moveTo>
                    <a:pt x="0" y="0"/>
                  </a:moveTo>
                  <a:lnTo>
                    <a:pt x="18288000" y="0"/>
                  </a:lnTo>
                  <a:lnTo>
                    <a:pt x="18288000" y="10287000"/>
                  </a:lnTo>
                  <a:lnTo>
                    <a:pt x="0" y="10287000"/>
                  </a:lnTo>
                  <a:close/>
                </a:path>
              </a:pathLst>
            </a:custGeom>
            <a:solidFill>
              <a:srgbClr val="F7F3F0"/>
            </a:solidFill>
            <a:ln>
              <a:noFill/>
            </a:ln>
            <a:effectLst/>
          </p:spPr>
        </p:sp>
      </p:grpSp>
      <p:grpSp>
        <p:nvGrpSpPr>
          <p:cNvPr id="4" name="Group 4"/>
          <p:cNvGrpSpPr>
            <a:extLst>
              <a:ext uri="smNativeData">
                <pr:smNativeData xmlns:pr="smNativeData" xmlns="smNativeData" val="SMDATA_6_NH3EaBMAAAAlAAAAAQAAAA8BAAAAkAAAAEgAAACQAAAASAAAAAAAAAAAAAAAAAAAABcAAAAUAAAAAAAAAAAAAAD/fwAA/38AAAAAAAAJAAAABAAAAC8ARQAfAAAAVAAAAAAAAAAAAAAAAAAAAAAAAAAAAAAAAAAAAAAAAAAAAAAAAAAAAAAAAAAAAAAAAAAAAAAAAAAAAAAAAAAAAAAAAAAAAAAAAAAAAAAAAAAAAAAAAAAAACEAAAAYAAAAFAAAAAAAAAAAAAAAgHAAAEg/AAAQAAAAJgAAAAgAAAD/////AAAAAA=="/>
              </a:ext>
            </a:extLst>
          </p:cNvGrpSpPr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sp>
          <p:nvSpPr>
            <p:cNvPr id="5" name="Freeform 5"/>
            <p:cNvSpPr>
              <a:extLst>
                <a:ext uri="smNativeData">
                  <pr:smNativeData xmlns:pr="smNativeData" xmlns="smNativeData" val="SMDATA_15_NH3EaBMAAAAlAAAACwAAAA0AAAAAAAAAAAAAAAAAlgAAYFQAAAAAAAAAAAAAAAAAAAEAAABQAAAAAAAAAAAA4D8AAAAAAADgPwAAAAAAAOA/AAAAAAAA4D8AAAAAAADgPwAAAAAAAOA/AAAAAAAA4D8AAAAAAADgPwAAAAAAAOA/AAAAAAAA4D8CAAAAjAAAAAE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AAAAAAAAAACAcAAASD8AAAAAAAAmAAAACAAAAP//////////"/>
                </a:ext>
              </a:extLst>
            </p:cNvSpPr>
            <p:nvPr/>
          </p:nvSpPr>
          <p:spPr>
            <a:xfrm>
              <a:off x="0" y="0"/>
              <a:ext cx="18288000" cy="10287000"/>
            </a:xfrm>
            <a:custGeom>
              <a:avLst/>
              <a:gdLst/>
              <a:ahLst/>
              <a:cxnLst/>
              <a:rect l="0" t="0" r="18288000" b="10287000"/>
              <a:pathLst>
                <a:path w="18288000" h="10287000">
                  <a:moveTo>
                    <a:pt x="0" y="0"/>
                  </a:moveTo>
                  <a:lnTo>
                    <a:pt x="18288000" y="0"/>
                  </a:lnTo>
                  <a:lnTo>
                    <a:pt x="18288000" y="10287000"/>
                  </a:lnTo>
                  <a:lnTo>
                    <a:pt x="0" y="102870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</p:sp>
      </p:grpSp>
      <p:grpSp>
        <p:nvGrpSpPr>
          <p:cNvPr id="6" name="Group 6"/>
          <p:cNvGrpSpPr>
            <a:extLst>
              <a:ext uri="smNativeData">
                <pr:smNativeData xmlns:pr="smNativeData" xmlns="smNativeData" val="SMDATA_6_NH3EaBMAAAAlAAAAAQAAAA8BAAAAkAAAAEgAAACQAAAASAAAAAAAAAAAAAAAAAAAABcAAAAUAAAAAAAAAAAAAAD/fwAA/38AAAAAAAAJAAAABAAAAAAAAEwfAAAAVAAAAAAAAAAAAAAAAAAAAAAAAAAAAAAAAAAAAAAAAAAAAAAAAAAAAAAAAAAAAAAAAAAAAAAAAAAAAAAAAAAAAAAAAAAAAAAAAAAAAAAAAAAAAAAAAAAAACEAAAAYAAAAFAAAAN9HAADQDQAA8W4AAOI0AAAQAAAAJgAAAAgAAAD/////AAAAAA=="/>
              </a:ext>
            </a:extLst>
          </p:cNvGrpSpPr>
          <p:nvPr/>
        </p:nvGrpSpPr>
        <p:grpSpPr>
          <a:xfrm>
            <a:off x="11683365" y="2245360"/>
            <a:ext cx="6351270" cy="6351270"/>
            <a:chOff x="11683365" y="2245360"/>
            <a:chExt cx="6351270" cy="6351270"/>
          </a:xfrm>
        </p:grpSpPr>
        <p:sp>
          <p:nvSpPr>
            <p:cNvPr id="7" name="Freeform 7" descr="preencoded.png"/>
            <p:cNvSpPr>
              <a:extLst>
                <a:ext uri="smNativeData">
                  <pr:smNativeData xmlns:pr="smNativeData" xmlns="smNativeData" val="SMDATA_15_NH3EaBMAAAAlAAAACwAAAA0AAAAAAAAAAAAAAAAYNAAAGDQAAAAAAAAAAAAAAAAAAAEAAABQAAAAAAAAAAAA4D8AAAAAAADgPwAAAAAAAOA/AAAAAAAA4D8AAAAAAADgPwAAAAAAAOA/AAAAAAAA4D8AAAAAAADgPwAAAAAAAOA/AAAAAAAA4D8CAAAAjAAAAAEAAAACAAAA////AP///wgAAAAAAAAAADpXc70LjCBCkx9jEpQqcpYB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30cAANANAADxbgAA4jQAAAAAAAAmAAAACAAAAP//////////"/>
                </a:ext>
              </a:extLst>
            </p:cNvSpPr>
            <p:nvPr/>
          </p:nvSpPr>
          <p:spPr>
            <a:xfrm>
              <a:off x="11683365" y="2245360"/>
              <a:ext cx="6351270" cy="6351270"/>
            </a:xfrm>
            <a:custGeom>
              <a:avLst/>
              <a:gdLst/>
              <a:ahLst/>
              <a:cxnLst/>
              <a:rect l="0" t="0" r="6351270" b="6351270"/>
              <a:pathLst>
                <a:path w="6351270" h="6351270">
                  <a:moveTo>
                    <a:pt x="0" y="0"/>
                  </a:moveTo>
                  <a:lnTo>
                    <a:pt x="6351270" y="0"/>
                  </a:lnTo>
                  <a:lnTo>
                    <a:pt x="6351270" y="6351270"/>
                  </a:lnTo>
                  <a:lnTo>
                    <a:pt x="0" y="63512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rcRect/>
              <a:stretch/>
            </a:blipFill>
            <a:ln>
              <a:noFill/>
            </a:ln>
            <a:effectLst/>
          </p:spPr>
        </p:sp>
      </p:grpSp>
      <p:sp>
        <p:nvSpPr>
          <p:cNvPr id="8" name="TextBox 8"/>
          <p:cNvSpPr>
            <a:extLst>
              <a:ext uri="smNativeData">
                <pr:smNativeData xmlns:pr="smNativeData" xmlns="smNativeData" val="SMDATA_15_NH3EaB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XgQAACMDAAAYKwAAVQcAABAgAAAmAAAACAAAAP//////////"/>
              </a:ext>
            </a:extLst>
          </p:cNvSpPr>
          <p:nvPr/>
        </p:nvSpPr>
        <p:spPr>
          <a:xfrm>
            <a:off x="709930" y="509905"/>
            <a:ext cx="6295390" cy="68199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 algn="l">
              <a:lnSpc>
                <a:spcPts val="4935"/>
              </a:lnSpc>
              <a:defRPr lang="en-us"/>
            </a:pPr>
            <a:r>
              <a:rPr lang="en-us" sz="3935" cap="none">
                <a:solidFill>
                  <a:srgbClr val="201B18"/>
                </a:solidFill>
                <a:latin typeface="Arimo" pitchFamily="0" charset="1"/>
                <a:ea typeface="Arimo" pitchFamily="0" charset="1"/>
                <a:cs typeface="Arimo" pitchFamily="0" charset="1"/>
              </a:rPr>
              <a:t>MoSCoW приоритизация</a:t>
            </a:r>
            <a:endParaRPr lang="en-us" sz="3935" cap="none">
              <a:solidFill>
                <a:srgbClr val="201B18"/>
              </a:solidFill>
              <a:latin typeface="Arimo" pitchFamily="0" charset="1"/>
              <a:ea typeface="Arimo" pitchFamily="0" charset="1"/>
              <a:cs typeface="Arimo" pitchFamily="0" charset="1"/>
            </a:endParaRPr>
          </a:p>
        </p:txBody>
      </p:sp>
      <p:grpSp>
        <p:nvGrpSpPr>
          <p:cNvPr id="9" name="Group 9"/>
          <p:cNvGrpSpPr>
            <a:extLst>
              <a:ext uri="smNativeData">
                <pr:smNativeData xmlns:pr="smNativeData" xmlns="smNativeData" val="SMDATA_6_NH3EaBMAAAAlAAAAAQAAAA8BAAAAkAAAAEgAAACQAAAASAAAAAAAAAAAAAAAAAAAABcAAAAUAAAAAAAAAAAAAAD/fwAA/38AAAAAAAAJAAAABAAAAPf///8fAAAAVAAAAAAAAAAAAAAAAAAAAAAAAAAAAAAAAAAAAAAAAAAAAAAAAAAAAAAAAAAAAAAAAAAAAAAAAAAAAAAAAAAAAAAAAAAAAAAAAAAAAAAAAAAAAAAAAAAAACEAAAAYAAAAFAAAAF4EAAA0CQAAYCIAAMAbAAAQAAAAJgAAAAgAAAD/////AAAAAA=="/>
              </a:ext>
            </a:extLst>
          </p:cNvGrpSpPr>
          <p:nvPr/>
        </p:nvGrpSpPr>
        <p:grpSpPr>
          <a:xfrm>
            <a:off x="709930" y="1496060"/>
            <a:ext cx="4878070" cy="3014980"/>
            <a:chOff x="709930" y="1496060"/>
            <a:chExt cx="4878070" cy="3014980"/>
          </a:xfrm>
        </p:grpSpPr>
        <p:sp>
          <p:nvSpPr>
            <p:cNvPr id="10" name="Freeform 10" descr="preencoded.png"/>
            <p:cNvSpPr>
              <a:extLst>
                <a:ext uri="smNativeData">
                  <pr:smNativeData xmlns:pr="smNativeData" xmlns="smNativeData" val="SMDATA_15_NH3EaBMAAAAlAAAACwAAAA0AAAAAAAAAAAAAAAADKAAAuxgAAAAAAAAAAAAAAAAAAAEAAABQAAAAAAAAAAAA4D8AAAAAAADgPwAAAAAAAOA/AAAAAAAA4D8AAAAAAADgPwAAAAAAAOA/AAAAAAAA4D8AAAAAAADgPwAAAAAAAOA/AAAAAAAA4D8CAAAAjAAAAAEAAAACAAAA////AP///wgAAAAAAAAAAAl9LUPfFIpMvsikZcVTnpMB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F8AYAAeAAAAaAAAAAAAAAAAAAAA+P///wAAAAD4////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XgQAADQJAABgIgAAwBsAAAAAAAAmAAAACAAAAP//////////"/>
                </a:ext>
              </a:extLst>
            </p:cNvSpPr>
            <p:nvPr/>
          </p:nvSpPr>
          <p:spPr>
            <a:xfrm>
              <a:off x="709930" y="1496060"/>
              <a:ext cx="4878070" cy="3014980"/>
            </a:xfrm>
            <a:custGeom>
              <a:avLst/>
              <a:gdLst/>
              <a:ahLst/>
              <a:cxnLst/>
              <a:rect l="0" t="0" r="4878070" b="3014980"/>
              <a:pathLst>
                <a:path w="4878070" h="3014980">
                  <a:moveTo>
                    <a:pt x="0" y="0"/>
                  </a:moveTo>
                  <a:lnTo>
                    <a:pt x="4878070" y="0"/>
                  </a:lnTo>
                  <a:lnTo>
                    <a:pt x="4878070" y="3014980"/>
                  </a:lnTo>
                  <a:lnTo>
                    <a:pt x="0" y="30149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rcRect/>
              <a:stretch>
                <a:fillRect l="0" t="-80" r="0" b="-80"/>
              </a:stretch>
            </a:blipFill>
            <a:ln>
              <a:noFill/>
            </a:ln>
            <a:effectLst/>
          </p:spPr>
        </p:sp>
      </p:grpSp>
      <p:sp>
        <p:nvSpPr>
          <p:cNvPr id="11" name="TextBox 11"/>
          <p:cNvSpPr>
            <a:extLst>
              <a:ext uri="smNativeData">
                <pr:smNativeData xmlns:pr="smNativeData" xmlns="smNativeData" val="SMDATA_15_NH3EaB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XgQAALQcAABgIgAA+yQAABAgAAAmAAAACAAAAP//////////"/>
              </a:ext>
            </a:extLst>
          </p:cNvSpPr>
          <p:nvPr/>
        </p:nvSpPr>
        <p:spPr>
          <a:xfrm>
            <a:off x="709930" y="4665980"/>
            <a:ext cx="4878070" cy="134556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 algn="l">
              <a:lnSpc>
                <a:spcPts val="2495"/>
              </a:lnSpc>
              <a:defRPr lang="en-us"/>
            </a:pPr>
            <a:r>
              <a:rPr lang="en-us" sz="1560" cap="none">
                <a:solidFill>
                  <a:srgbClr val="504C49"/>
                </a:solidFill>
                <a:latin typeface="Source Han Sans JP" pitchFamily="0" charset="1"/>
                <a:ea typeface="Source Han Sans JP" pitchFamily="0" charset="1"/>
                <a:cs typeface="Source Han Sans JP" pitchFamily="0" charset="1"/>
              </a:rPr>
              <a:t>Must have: Регистрация и влизане, Каталог, страница на продукт, кошница и основен checkout, Плащания, Управление на поръчки и наличности, HTTPS и базова сигурност</a:t>
            </a:r>
            <a:endParaRPr lang="en-us" sz="1560" cap="none">
              <a:solidFill>
                <a:srgbClr val="504C49"/>
              </a:solidFill>
              <a:latin typeface="Source Han Sans JP" pitchFamily="0" charset="1"/>
              <a:ea typeface="Source Han Sans JP" pitchFamily="0" charset="1"/>
              <a:cs typeface="Source Han Sans JP" pitchFamily="0" charset="1"/>
            </a:endParaRPr>
          </a:p>
        </p:txBody>
      </p:sp>
      <p:grpSp>
        <p:nvGrpSpPr>
          <p:cNvPr id="12" name="Group 12"/>
          <p:cNvGrpSpPr>
            <a:extLst>
              <a:ext uri="smNativeData">
                <pr:smNativeData xmlns:pr="smNativeData" xmlns="smNativeData" val="SMDATA_6_NH3EaBMAAAAlAAAAAQAAAA8BAAAAkAAAAEgAAACQAAAASAAAAAAAAAAAAAAAAAAAABcAAAAUAAAAAAAAAAAAAAD/fwAA/38AAAAAAAAJAAAABAAAAJx4ZP8fAAAAVAAAAAAAAAAAAAAAAAAAAAAAAAAAAAAAAAAAAAAAAAAAAAAAAAAAAAAAAAAAAAAAAAAAAAAAAAAAAAAAAAAAAAAAAAAAAAAAAAAAAAAAAAAAAAAAAAAAACEAAAAYAAAAFAAAAO8jAAA0CQAA8kEAAMAbAAAQAAAAJgAAAAgAAAD/////AAAAAA=="/>
              </a:ext>
            </a:extLst>
          </p:cNvGrpSpPr>
          <p:nvPr/>
        </p:nvGrpSpPr>
        <p:grpSpPr>
          <a:xfrm>
            <a:off x="5841365" y="1496060"/>
            <a:ext cx="4878705" cy="3014980"/>
            <a:chOff x="5841365" y="1496060"/>
            <a:chExt cx="4878705" cy="3014980"/>
          </a:xfrm>
        </p:grpSpPr>
        <p:sp>
          <p:nvSpPr>
            <p:cNvPr id="13" name="Freeform 13" descr="preencoded.png"/>
            <p:cNvSpPr>
              <a:extLst>
                <a:ext uri="smNativeData">
                  <pr:smNativeData xmlns:pr="smNativeData" xmlns="smNativeData" val="SMDATA_15_NH3EaBMAAAAlAAAACwAAAA0AAAAAAAAAAAAAAAADKAAAuxgAAAAAAAAAAAAAAAAAAAEAAABQAAAAAAAAAAAA4D8AAAAAAADgPwAAAAAAAOA/AAAAAAAA4D8AAAAAAADgPwAAAAAAAOA/AAAAAAAA4D8AAAAAAADgPwAAAAAAAOA/AAAAAAAA4D8CAAAAjAAAAAEAAAACAAAA////AP///wgAAAAAAAAAAPTw/nvxqShPs9O5AlrTLWAB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9////wAAAAD3////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7yMAADQJAADyQQAAwBsAAAAAAAAmAAAACAAAAP//////////"/>
                </a:ext>
              </a:extLst>
            </p:cNvSpPr>
            <p:nvPr/>
          </p:nvSpPr>
          <p:spPr>
            <a:xfrm>
              <a:off x="5841365" y="1496060"/>
              <a:ext cx="4878705" cy="3014980"/>
            </a:xfrm>
            <a:custGeom>
              <a:avLst/>
              <a:gdLst/>
              <a:ahLst/>
              <a:cxnLst/>
              <a:rect l="0" t="0" r="4878705" b="3014980"/>
              <a:pathLst>
                <a:path w="4878705" h="3014980">
                  <a:moveTo>
                    <a:pt x="0" y="0"/>
                  </a:moveTo>
                  <a:lnTo>
                    <a:pt x="4878705" y="0"/>
                  </a:lnTo>
                  <a:lnTo>
                    <a:pt x="4878705" y="3014980"/>
                  </a:lnTo>
                  <a:lnTo>
                    <a:pt x="0" y="30149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/>
              <a:stretch>
                <a:fillRect l="0" t="-90" r="0" b="-90"/>
              </a:stretch>
            </a:blipFill>
            <a:ln>
              <a:noFill/>
            </a:ln>
            <a:effectLst/>
          </p:spPr>
        </p:sp>
      </p:grpSp>
      <p:sp>
        <p:nvSpPr>
          <p:cNvPr id="14" name="TextBox 14"/>
          <p:cNvSpPr>
            <a:extLst>
              <a:ext uri="smNativeData">
                <pr:smNativeData xmlns:pr="smNativeData" xmlns="smNativeData" val="SMDATA_15_NH3EaB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7yMAALQcAADyQQAA/CIAABAgAAAmAAAACAAAAP//////////"/>
              </a:ext>
            </a:extLst>
          </p:cNvSpPr>
          <p:nvPr/>
        </p:nvSpPr>
        <p:spPr>
          <a:xfrm>
            <a:off x="5841365" y="4665980"/>
            <a:ext cx="4878705" cy="102108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 algn="l">
              <a:lnSpc>
                <a:spcPts val="2495"/>
              </a:lnSpc>
              <a:defRPr lang="en-us"/>
            </a:pPr>
            <a:r>
              <a:rPr lang="en-us" sz="1560" cap="none">
                <a:solidFill>
                  <a:srgbClr val="504C49"/>
                </a:solidFill>
                <a:latin typeface="Source Han Sans JP" pitchFamily="0" charset="1"/>
                <a:ea typeface="Source Han Sans JP" pitchFamily="0" charset="1"/>
                <a:cs typeface="Source Han Sans JP" pitchFamily="0" charset="1"/>
              </a:rPr>
              <a:t>Should have: Имейл уведомления за поръчки, Административен панел с основни CRUD операции и CI/CD </a:t>
            </a:r>
            <a:endParaRPr lang="en-us" sz="1560" cap="none">
              <a:solidFill>
                <a:srgbClr val="504C49"/>
              </a:solidFill>
              <a:latin typeface="Source Han Sans JP" pitchFamily="0" charset="1"/>
              <a:ea typeface="Source Han Sans JP" pitchFamily="0" charset="1"/>
              <a:cs typeface="Source Han Sans JP" pitchFamily="0" charset="1"/>
            </a:endParaRPr>
          </a:p>
        </p:txBody>
      </p:sp>
      <p:grpSp>
        <p:nvGrpSpPr>
          <p:cNvPr id="15" name="Group 15"/>
          <p:cNvGrpSpPr>
            <a:extLst>
              <a:ext uri="smNativeData">
                <pr:smNativeData xmlns:pr="smNativeData" xmlns="smNativeData" val="SMDATA_6_NH3EaBMAAAAlAAAAAQAAAA8BAAAAkAAAAEgAAACQAAAASAAAAAAAAAAAAAAAAAAAABcAAAAUAAAAAAAAAAAAAAD/fwAA/38AAAAAAAAJAAAABAAAAP////8fAAAAVAAAAAAAAAAAAAAAAAAAAAAAAAAAAAAAAAAAAAAAAAAAAAAAAAAAAAAAAAAAAAAAAAAAAAAAAAAAAAAAAAAAAAAAAAAAAAAAAAAAAAAAAAAAAAAAAAAAACEAAAAYAAAAFAAAAF4EAAB6JwAAYCIAAAY6AAAQAAAAJgAAAAgAAAD/////AAAAAA=="/>
              </a:ext>
            </a:extLst>
          </p:cNvGrpSpPr>
          <p:nvPr/>
        </p:nvGrpSpPr>
        <p:grpSpPr>
          <a:xfrm>
            <a:off x="709930" y="6417310"/>
            <a:ext cx="4878070" cy="3014980"/>
            <a:chOff x="709930" y="6417310"/>
            <a:chExt cx="4878070" cy="3014980"/>
          </a:xfrm>
        </p:grpSpPr>
        <p:sp>
          <p:nvSpPr>
            <p:cNvPr id="16" name="Freeform 16" descr="preencoded.png"/>
            <p:cNvSpPr>
              <a:extLst>
                <a:ext uri="smNativeData">
                  <pr:smNativeData xmlns:pr="smNativeData" xmlns="smNativeData" val="SMDATA_15_NH3EaBMAAAAlAAAACwAAAA0AAAAAAAAAAAAAAAADKAAAuxgAAAAAAAAAAAAAAAAAAAEAAABQAAAAAAAAAAAA4D8AAAAAAADgPwAAAAAAAOA/AAAAAAAA4D8AAAAAAADgPwAAAAAAAOA/AAAAAAAA4D8AAAAAAADgPwAAAAAAAOA/AAAAAAAA4D8CAAAAjAAAAAEAAAACAAAA////AP///wgAAAAAAAAAAOKtJfIIPdFOjPDRtCrEW+QB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+P///wAAAAD4////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XgQAAHonAABgIgAABjoAAAAAAAAmAAAACAAAAP//////////"/>
                </a:ext>
              </a:extLst>
            </p:cNvSpPr>
            <p:nvPr/>
          </p:nvSpPr>
          <p:spPr>
            <a:xfrm>
              <a:off x="709930" y="6417310"/>
              <a:ext cx="4878070" cy="3014980"/>
            </a:xfrm>
            <a:custGeom>
              <a:avLst/>
              <a:gdLst/>
              <a:ahLst/>
              <a:cxnLst/>
              <a:rect l="0" t="0" r="4878070" b="3014980"/>
              <a:pathLst>
                <a:path w="4878070" h="3014980">
                  <a:moveTo>
                    <a:pt x="0" y="0"/>
                  </a:moveTo>
                  <a:lnTo>
                    <a:pt x="4878070" y="0"/>
                  </a:lnTo>
                  <a:lnTo>
                    <a:pt x="4878070" y="3014980"/>
                  </a:lnTo>
                  <a:lnTo>
                    <a:pt x="0" y="30149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rcRect/>
              <a:stretch>
                <a:fillRect l="0" t="-80" r="0" b="-80"/>
              </a:stretch>
            </a:blipFill>
            <a:ln>
              <a:noFill/>
            </a:ln>
            <a:effectLst/>
          </p:spPr>
        </p:sp>
      </p:grpSp>
      <p:sp>
        <p:nvSpPr>
          <p:cNvPr id="17" name="TextBox 17"/>
          <p:cNvSpPr>
            <a:extLst>
              <a:ext uri="smNativeData">
                <pr:smNativeData xmlns:pr="smNativeData" xmlns="smNativeData" val="SMDATA_15_NH3EaB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XgQAAPo6AABgIgAAQz8AABAgAAAmAAAACAAAAP//////////"/>
              </a:ext>
            </a:extLst>
          </p:cNvSpPr>
          <p:nvPr/>
        </p:nvSpPr>
        <p:spPr>
          <a:xfrm>
            <a:off x="709930" y="9587230"/>
            <a:ext cx="4878070" cy="69659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 algn="l">
              <a:lnSpc>
                <a:spcPts val="2495"/>
              </a:lnSpc>
              <a:defRPr lang="en-us"/>
            </a:pPr>
            <a:r>
              <a:rPr lang="en-us" sz="1560" cap="none">
                <a:solidFill>
                  <a:srgbClr val="504C49"/>
                </a:solidFill>
                <a:latin typeface="Source Han Sans JP" pitchFamily="0" charset="1"/>
                <a:ea typeface="Source Han Sans JP" pitchFamily="0" charset="1"/>
                <a:cs typeface="Source Han Sans JP" pitchFamily="0" charset="1"/>
              </a:rPr>
              <a:t>Could have: Търсене с автодопълване, Многоезичност (BG/EN)</a:t>
            </a:r>
            <a:endParaRPr lang="en-us" sz="1560" cap="none">
              <a:solidFill>
                <a:srgbClr val="504C49"/>
              </a:solidFill>
              <a:latin typeface="Source Han Sans JP" pitchFamily="0" charset="1"/>
              <a:ea typeface="Source Han Sans JP" pitchFamily="0" charset="1"/>
              <a:cs typeface="Source Han Sans JP" pitchFamily="0" charset="1"/>
            </a:endParaRPr>
          </a:p>
        </p:txBody>
      </p:sp>
      <p:grpSp>
        <p:nvGrpSpPr>
          <p:cNvPr id="18" name="Group 18"/>
          <p:cNvGrpSpPr>
            <a:extLst>
              <a:ext uri="smNativeData">
                <pr:smNativeData xmlns:pr="smNativeData" xmlns="smNativeData" val="SMDATA_6_NH3EaBMAAAAlAAAAAQAAAA8BAAAAkAAAAEgAAACQAAAASAAAAAAAAAAAAAAAAAAAABcAAAAUAAAAAAAAAAAAAAD/fwAA/38AAAAAAAAJAAAABAAAAEgIrBQfAAAAVAAAAAAAAAAAAAAAAAAAAAAAAAAAAAAAAAAAAAAAAAAAAAAAAAAAAAAAAAAAAAAAAAAAAAAAAAAAAAAAAAAAAAAAAAAAAAAAAAAAAAAAAAAAAAAAAAAAACEAAAAYAAAAFAAAAO8jAAB6JwAA8kEAAAY6AAAQAAAAJgAAAAgAAAD/////AAAAAA=="/>
              </a:ext>
            </a:extLst>
          </p:cNvGrpSpPr>
          <p:nvPr/>
        </p:nvGrpSpPr>
        <p:grpSpPr>
          <a:xfrm>
            <a:off x="5841365" y="6417310"/>
            <a:ext cx="4878705" cy="3014980"/>
            <a:chOff x="5841365" y="6417310"/>
            <a:chExt cx="4878705" cy="3014980"/>
          </a:xfrm>
        </p:grpSpPr>
        <p:sp>
          <p:nvSpPr>
            <p:cNvPr id="19" name="Freeform 19" descr="preencoded.png"/>
            <p:cNvSpPr>
              <a:extLst>
                <a:ext uri="smNativeData">
                  <pr:smNativeData xmlns:pr="smNativeData" xmlns="smNativeData" val="SMDATA_15_NH3EaBMAAAAlAAAACwAAAA0AAAAAAAAAAAAAAAADKAAAuxgAAAAAAAAAAAAAAAAAAAEAAABQAAAAAAAAAAAA4D8AAAAAAADgPwAAAAAAAOA/AAAAAAAA4D8AAAAAAADgPwAAAAAAAOA/AAAAAAAA4D8AAAAAAADgPwAAAAAAAOA/AAAAAAAA4D8CAAAAjAAAAAEAAAACAAAA////AP///wgAAAAAAAAAAEQrU6YR6F1Ig3nPvA188ZQB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9////wAAAAD3////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7yMAAHonAADyQQAABjoAAAAAAAAmAAAACAAAAP//////////"/>
                </a:ext>
              </a:extLst>
            </p:cNvSpPr>
            <p:nvPr/>
          </p:nvSpPr>
          <p:spPr>
            <a:xfrm>
              <a:off x="5841365" y="6417310"/>
              <a:ext cx="4878705" cy="3014980"/>
            </a:xfrm>
            <a:custGeom>
              <a:avLst/>
              <a:gdLst/>
              <a:ahLst/>
              <a:cxnLst/>
              <a:rect l="0" t="0" r="4878705" b="3014980"/>
              <a:pathLst>
                <a:path w="4878705" h="3014980">
                  <a:moveTo>
                    <a:pt x="0" y="0"/>
                  </a:moveTo>
                  <a:lnTo>
                    <a:pt x="4878705" y="0"/>
                  </a:lnTo>
                  <a:lnTo>
                    <a:pt x="4878705" y="3014980"/>
                  </a:lnTo>
                  <a:lnTo>
                    <a:pt x="0" y="30149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rcRect/>
              <a:stretch>
                <a:fillRect l="0" t="-90" r="0" b="-90"/>
              </a:stretch>
            </a:blipFill>
            <a:ln>
              <a:noFill/>
            </a:ln>
            <a:effectLst/>
          </p:spPr>
        </p:sp>
      </p:grpSp>
      <p:sp>
        <p:nvSpPr>
          <p:cNvPr id="20" name="TextBox 20"/>
          <p:cNvSpPr>
            <a:extLst>
              <a:ext uri="smNativeData">
                <pr:smNativeData xmlns:pr="smNativeData" xmlns="smNativeData" val="SMDATA_15_NH3EaB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7yMAAPo6AADyQQAARD0AABAgAAAmAAAACAAAAP//////////"/>
              </a:ext>
            </a:extLst>
          </p:cNvSpPr>
          <p:nvPr/>
        </p:nvSpPr>
        <p:spPr>
          <a:xfrm>
            <a:off x="5841365" y="9587230"/>
            <a:ext cx="4878705" cy="37211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 algn="l">
              <a:lnSpc>
                <a:spcPts val="2495"/>
              </a:lnSpc>
              <a:defRPr lang="en-us"/>
            </a:pPr>
            <a:r>
              <a:rPr lang="en-us" sz="1560" cap="none">
                <a:solidFill>
                  <a:srgbClr val="504C49"/>
                </a:solidFill>
                <a:latin typeface="Source Han Sans JP" pitchFamily="0" charset="1"/>
                <a:ea typeface="Source Han Sans JP" pitchFamily="0" charset="1"/>
                <a:cs typeface="Source Han Sans JP" pitchFamily="0" charset="1"/>
              </a:rPr>
              <a:t>Won't have: Интегрирани мобилни приложения</a:t>
            </a:r>
            <a:endParaRPr lang="en-us" sz="1560" cap="none">
              <a:solidFill>
                <a:srgbClr val="504C49"/>
              </a:solidFill>
              <a:latin typeface="Source Han Sans JP" pitchFamily="0" charset="1"/>
              <a:ea typeface="Source Han Sans JP" pitchFamily="0" charset="1"/>
              <a:cs typeface="Source Han Sans JP" pitchFamily="0" charset="1"/>
            </a:endParaRPr>
          </a:p>
        </p:txBody>
      </p:sp>
    </p:spTree>
  </p:cSld>
  <p:clrMapOvr>
    <a:masterClrMapping/>
  </p:clrMapOvr>
  <p:transition spd="fast" p14:dur="800">
    <p:fade/>
    <p:extLst>
      <p:ext uri="smNativeData">
        <pr:smNativeData xmlns:pr="smNativeData" xmlns="smNativeData" val="NH3EaAAAAAAgAwAAAAAAAAYAAAAAAAAAAAAAAAAAAAAAAAAAAQAAAAAAAAAAAAAAAAAAAAAAAAAAAAAA" duo="NH3EaAAAAAAAAAAAAAAAAAAAAAA="/>
      </p:ext>
    </p:extLst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extLst>
              <a:ext uri="smNativeData">
                <pr:smNativeData xmlns:pr="smNativeData" xmlns="smNativeData" val="SMDATA_6_NH3EaBMAAAAlAAAAAQAAAA8BAAAAkAAAAEgAAACQAAAASAAAAAAAAAAAAAAAAAAAABcAAAAUAAAAAAAAAAAAAAD/fwAA/38AAAAAAAAJAAAABAAAAJ54Zf8fAAAAVAAAAAAAAAAAAAAAAAAAAAAAAAAAAAAAAAAAAAAAAAAAAAAAAAAAAAAAAAAAAAAAAAAAAAAAAAAAAAAAAAAAAAAAAAAAAAAAAAAAAAAAAAAAAAAAAAAAACEAAAAYAAAAFAAAAAAAAAAAAAAAgHAAAEg/AAAQAAAAJgAAAAgAAAD/////AAAAAA=="/>
              </a:ext>
            </a:extLst>
          </p:cNvGrpSpPr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sp>
          <p:nvSpPr>
            <p:cNvPr id="3" name="Freeform 3"/>
            <p:cNvSpPr>
              <a:extLst>
                <a:ext uri="smNativeData">
                  <pr:smNativeData xmlns:pr="smNativeData" xmlns="smNativeData" val="SMDATA_15_NH3EaBMAAAAlAAAACwAAAA0AAAAAAAAAAAAAAAAAlgAAYFQAAAAAAAAAAAAAAAAAAAEAAABQAAAAAAAAAAAA4D8AAAAAAADgPwAAAAAAAOA/AAAAAAAA4D8AAAAAAADgPwAAAAAAAOA/AAAAAAAA4D8AAAAAAADgPwAAAAAAAOA/AAAAAAAA4D8CAAAAjAAAAAEAAAAAAAAA9/Pw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9/PwAP///wEAAAAAAAAAAAAAAAAAAAAAAAAAAAAAAAAAAAAAAAAAAAAAAAB/f38A7uzhA8zMzADAwP8Af39/AAAAAAAAAAAAAAAAAAAAAAAAAAAAIQAAABgAAAAUAAAAAAAAAAAAAACAcAAASD8AAAAAAAAmAAAACAAAAP//////////"/>
                </a:ext>
              </a:extLst>
            </p:cNvSpPr>
            <p:nvPr/>
          </p:nvSpPr>
          <p:spPr>
            <a:xfrm>
              <a:off x="0" y="0"/>
              <a:ext cx="18288000" cy="10287000"/>
            </a:xfrm>
            <a:custGeom>
              <a:avLst/>
              <a:gdLst/>
              <a:ahLst/>
              <a:cxnLst/>
              <a:rect l="0" t="0" r="18288000" b="10287000"/>
              <a:pathLst>
                <a:path w="18288000" h="10287000">
                  <a:moveTo>
                    <a:pt x="0" y="0"/>
                  </a:moveTo>
                  <a:lnTo>
                    <a:pt x="18288000" y="0"/>
                  </a:lnTo>
                  <a:lnTo>
                    <a:pt x="18288000" y="10287000"/>
                  </a:lnTo>
                  <a:lnTo>
                    <a:pt x="0" y="10287000"/>
                  </a:lnTo>
                  <a:close/>
                </a:path>
              </a:pathLst>
            </a:custGeom>
            <a:solidFill>
              <a:srgbClr val="F7F3F0"/>
            </a:solidFill>
            <a:ln>
              <a:noFill/>
            </a:ln>
            <a:effectLst/>
          </p:spPr>
        </p:sp>
      </p:grpSp>
      <p:grpSp>
        <p:nvGrpSpPr>
          <p:cNvPr id="4" name="Group 4"/>
          <p:cNvGrpSpPr>
            <a:extLst>
              <a:ext uri="smNativeData">
                <pr:smNativeData xmlns:pr="smNativeData" xmlns="smNativeData" val="SMDATA_6_NH3EaBMAAAAlAAAAAQAAAA8BAAAAkAAAAEgAAACQAAAASAAAAAAAAAAAAAAAAAAAABcAAAAUAAAAAAAAAAAAAAD/fwAA/38AAAAAAAAJAAAABAAAAJ97Zv8fAAAAVAAAAAAAAAAAAAAAAAAAAAAAAAAAAAAAAAAAAAAAAAAAAAAAAAAAAAAAAAAAAAAAAAAAAAAAAAAAAAAAAAAAAAAAAAAAAAAAAAAAAAAAAAAAAAAAAAAAACEAAAAYAAAAFAAAAAAAAAAAAAAAgHAAAEg/AAAQAAAAJgAAAAgAAAD/////AAAAAA=="/>
              </a:ext>
            </a:extLst>
          </p:cNvGrpSpPr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sp>
          <p:nvSpPr>
            <p:cNvPr id="5" name="Freeform 5"/>
            <p:cNvSpPr>
              <a:extLst>
                <a:ext uri="smNativeData">
                  <pr:smNativeData xmlns:pr="smNativeData" xmlns="smNativeData" val="SMDATA_15_NH3EaBMAAAAlAAAACwAAAA0AAAAAAAAAAAAAAAAAlgAAYFQAAAAAAAAAAAAAAAAAAAEAAABQAAAAAAAAAAAA4D8AAAAAAADgPwAAAAAAAOA/AAAAAAAA4D8AAAAAAADgPwAAAAAAAOA/AAAAAAAA4D8AAAAAAADgPwAAAAAAAOA/AAAAAAAA4D8CAAAAjAAAAAE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AAAAAAAAAACAcAAASD8AAAAAAAAmAAAACAAAAP//////////"/>
                </a:ext>
              </a:extLst>
            </p:cNvSpPr>
            <p:nvPr/>
          </p:nvSpPr>
          <p:spPr>
            <a:xfrm>
              <a:off x="0" y="0"/>
              <a:ext cx="18288000" cy="10287000"/>
            </a:xfrm>
            <a:custGeom>
              <a:avLst/>
              <a:gdLst/>
              <a:ahLst/>
              <a:cxnLst/>
              <a:rect l="0" t="0" r="18288000" b="10287000"/>
              <a:pathLst>
                <a:path w="18288000" h="10287000">
                  <a:moveTo>
                    <a:pt x="0" y="0"/>
                  </a:moveTo>
                  <a:lnTo>
                    <a:pt x="18288000" y="0"/>
                  </a:lnTo>
                  <a:lnTo>
                    <a:pt x="18288000" y="10287000"/>
                  </a:lnTo>
                  <a:lnTo>
                    <a:pt x="0" y="102870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</p:sp>
      </p:grpSp>
      <p:sp>
        <p:nvSpPr>
          <p:cNvPr id="6" name="TextBox 6"/>
          <p:cNvSpPr>
            <a:extLst>
              <a:ext uri="smNativeData">
                <pr:smNativeData xmlns:pr="smNativeData" xmlns="smNativeData" val="SMDATA_15_NH3EaB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4gUAAFQEAABpNgAA3wkAABAgAAAmAAAACAAAAP//////////"/>
              </a:ext>
            </a:extLst>
          </p:cNvSpPr>
          <p:nvPr/>
        </p:nvSpPr>
        <p:spPr>
          <a:xfrm>
            <a:off x="956310" y="703580"/>
            <a:ext cx="7888605" cy="90106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 algn="l">
              <a:lnSpc>
                <a:spcPts val="6685"/>
              </a:lnSpc>
              <a:defRPr lang="en-us"/>
            </a:pPr>
            <a:r>
              <a:rPr lang="en-us" sz="5370" cap="none">
                <a:solidFill>
                  <a:srgbClr val="201B18"/>
                </a:solidFill>
                <a:latin typeface="Arimo" pitchFamily="0" charset="1"/>
                <a:ea typeface="Arimo" pitchFamily="0" charset="1"/>
                <a:cs typeface="Arimo" pitchFamily="0" charset="1"/>
              </a:rPr>
              <a:t>Трислойна архитектура</a:t>
            </a:r>
            <a:endParaRPr lang="en-us" sz="5370" cap="none">
              <a:solidFill>
                <a:srgbClr val="201B18"/>
              </a:solidFill>
              <a:latin typeface="Arimo" pitchFamily="0" charset="1"/>
              <a:ea typeface="Arimo" pitchFamily="0" charset="1"/>
              <a:cs typeface="Arimo" pitchFamily="0" charset="1"/>
            </a:endParaRPr>
          </a:p>
        </p:txBody>
      </p:sp>
      <p:grpSp>
        <p:nvGrpSpPr>
          <p:cNvPr id="7" name="Group 7"/>
          <p:cNvGrpSpPr>
            <a:extLst>
              <a:ext uri="smNativeData">
                <pr:smNativeData xmlns:pr="smNativeData" xmlns="smNativeData" val="SMDATA_6_NH3EaBMAAAAlAAAAAQAAAA8BAAAAkAAAAEgAAACQAAAASAAAAAAAAAAAAAAAAAAAABcAAAAUAAAAAAAAAAAAAAD/fwAA/38AAAAAAAAJAAAABAAAAHjedQYfAAAAVAAAAAAAAAAAAAAAAAAAAAAAAAAAAAAAAAAAAAAAAAAAAAAAAAAAAAAAAAAAAAAAAAAAAAAAAAAAAAAAAAAAAAAAAAAAAAAAAAAAAAAAAAAAAAAAAAAAACEAAAAYAAAAFAAAAOIFAAA7DQAAnmoAAJQ8AAAQAAAAJgAAAAgAAAD/////AAAAAA=="/>
              </a:ext>
            </a:extLst>
          </p:cNvGrpSpPr>
          <p:nvPr/>
        </p:nvGrpSpPr>
        <p:grpSpPr>
          <a:xfrm>
            <a:off x="956310" y="2150745"/>
            <a:ext cx="16375380" cy="7696835"/>
            <a:chOff x="956310" y="2150745"/>
            <a:chExt cx="16375380" cy="7696835"/>
          </a:xfrm>
        </p:grpSpPr>
        <p:sp>
          <p:nvSpPr>
            <p:cNvPr id="8" name="Freeform 8" descr="preencoded.png"/>
            <p:cNvSpPr>
              <a:extLst>
                <a:ext uri="smNativeData">
                  <pr:smNativeData xmlns:pr="smNativeData" xmlns="smNativeData" val="SMDATA_15_NH3EaBMAAAAlAAAACwAAAA0AAAAAAAAAAAAAAABRhgAAIT8AAAAAAAAAAAAAAAAAAAEAAABQAAAAAAAAAAAA4D8AAAAAAADgPwAAAAAAAOA/AAAAAAAA4D8AAAAAAADgPwAAAAAAAOA/AAAAAAAA4D8AAAAAAADgPwAAAAAAAOA/AAAAAAAA4D8CAAAAjAAAAAEAAAACAAAA////AP///wgAAAAAAAAAAGCeOZR1UVtJut5g7jrWxAMB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4gUAADsNAACeagAAlDwAAAAAAAAmAAAACAAAAP//////////"/>
                </a:ext>
              </a:extLst>
            </p:cNvSpPr>
            <p:nvPr/>
          </p:nvSpPr>
          <p:spPr>
            <a:xfrm>
              <a:off x="956310" y="2150745"/>
              <a:ext cx="16375380" cy="7696835"/>
            </a:xfrm>
            <a:custGeom>
              <a:avLst/>
              <a:gdLst/>
              <a:ahLst/>
              <a:cxnLst/>
              <a:rect l="0" t="0" r="16375380" b="7696835"/>
              <a:pathLst>
                <a:path w="16375380" h="7696835">
                  <a:moveTo>
                    <a:pt x="0" y="0"/>
                  </a:moveTo>
                  <a:lnTo>
                    <a:pt x="16375380" y="0"/>
                  </a:lnTo>
                  <a:lnTo>
                    <a:pt x="16375380" y="7696835"/>
                  </a:lnTo>
                  <a:lnTo>
                    <a:pt x="0" y="76968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rcRect/>
              <a:stretch/>
            </a:blipFill>
            <a:ln>
              <a:noFill/>
            </a:ln>
            <a:effectLst/>
          </p:spPr>
        </p:sp>
      </p:grpSp>
    </p:spTree>
  </p:cSld>
  <p:clrMapOvr>
    <a:masterClrMapping/>
  </p:clrMapOvr>
  <p:transition spd="fast" p14:dur="800">
    <p:fade/>
    <p:extLst>
      <p:ext uri="smNativeData">
        <pr:smNativeData xmlns:pr="smNativeData" xmlns="smNativeData" val="NH3EaAAAAAAgAwAAAAAAAAYAAAAAAAAAAAAAAAAAAAAAAAAAAQAAAAAAAAAAAAAAAAAAAAAAAAAAAAAA" duo="NH3EaAAAAAAAAAAAAAAAAAAAAAA="/>
      </p:ext>
    </p:extLst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extLst>
              <a:ext uri="smNativeData">
                <pr:smNativeData xmlns:pr="smNativeData" xmlns="smNativeData" val="SMDATA_6_NH3EaBMAAAAlAAAAAQAAAA8BAAAAkAAAAEgAAACQAAAASAAAAAAAAAAAAAAAAAAAABcAAAAUAAAAAAAAAAAAAAD/fwAA/38AAAAAAAAJAAAABAAAAAAAAAAfAAAAVAAAAAAAAAAAAAAAAAAAAAAAAAAAAAAAAAAAAAAAAAAAAAAAAAAAAAAAAAAAAAAAAAAAAAAAAAAAAAAAAAAAAAAAAAAAAAAAAAAAAAAAAAAAAAAAAAAAACEAAAAYAAAAFAAAALwHAABeAwAAxGgAAJoPAAAQAAAAJgAAAAgAAAD/////AAAAAA=="/>
              </a:ext>
            </a:extLst>
          </p:cNvGrpSpPr>
          <p:nvPr/>
        </p:nvGrpSpPr>
        <p:grpSpPr>
          <a:xfrm>
            <a:off x="1257300" y="547370"/>
            <a:ext cx="15773400" cy="1988820"/>
            <a:chOff x="1257300" y="547370"/>
            <a:chExt cx="15773400" cy="1988820"/>
          </a:xfrm>
        </p:grpSpPr>
        <p:sp>
          <p:nvSpPr>
            <p:cNvPr id="4" name="Freeform 3"/>
            <p:cNvSpPr>
              <a:extLst>
                <a:ext uri="smNativeData">
                  <pr:smNativeData xmlns:pr="smNativeData" xmlns="smNativeData" val="SMDATA_15_NH3EaBMAAAAlAAAACwAAAA0AAAAAAAAAAAAAAABggQAATxAAAAAAAAAAAAAAAAAAAAEAAABQAAAAAAAAAAAA4D8AAAAAAADgPwAAAAAAAOA/AAAAAAAA4D8AAAAAAADgPwAAAAAAAOA/AAAAAAAA4D8AAAAAAADgPwAAAAAAAOA/AAAAAAAA4D8CAAAAjAAAAAEAAAAAAAAAAAAAAP///whk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AP///wEAAAAAAAAAAAAAAAAAAAAAAAAAAAAAAAAAAAAAAAAAAAAAAAB/f38A7uzhA8zMzADAwP8Af39/AAAAAAAAAAAAAAAAAAAAAAAAAAAAIQAAABgAAAAUAAAAvAcAAF4DAADEaAAAmg8AAAAAAAAmAAAACAAAAP//////////"/>
                </a:ext>
              </a:extLst>
            </p:cNvSpPr>
            <p:nvPr/>
          </p:nvSpPr>
          <p:spPr>
            <a:xfrm>
              <a:off x="1257300" y="547370"/>
              <a:ext cx="15773400" cy="1988820"/>
            </a:xfrm>
            <a:custGeom>
              <a:avLst/>
              <a:gdLst/>
              <a:ahLst/>
              <a:cxnLst/>
              <a:rect l="0" t="0" r="15773400" b="1988820"/>
              <a:pathLst>
                <a:path w="15773400" h="1988820">
                  <a:moveTo>
                    <a:pt x="0" y="0"/>
                  </a:moveTo>
                  <a:lnTo>
                    <a:pt x="15773400" y="0"/>
                  </a:lnTo>
                  <a:lnTo>
                    <a:pt x="15773400" y="1988820"/>
                  </a:lnTo>
                  <a:lnTo>
                    <a:pt x="0" y="19888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  <a:effectLst/>
          </p:spPr>
        </p:sp>
        <p:sp>
          <p:nvSpPr>
            <p:cNvPr id="3" name="TextBox 4"/>
            <p:cNvSpPr>
              <a:extLst>
                <a:ext uri="smNativeData">
                  <pr:smNativeData xmlns:pr="smNativeData" xmlns="smNativeData" val="SMDATA_15_NH3EaBMAAAAlAAAAZAAAAA0AAAAAAAAAAAAAAAAAAAAAA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vAcAAIADAADEaAAAmg8AAAAAAAAmAAAACAAAAP//////////"/>
                </a:ext>
              </a:extLst>
            </p:cNvSpPr>
            <p:nvPr/>
          </p:nvSpPr>
          <p:spPr>
            <a:xfrm>
              <a:off x="1257300" y="568960"/>
              <a:ext cx="15773400" cy="196723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0" tIns="0" rIns="0" bIns="0" numCol="1" spcCol="215900" anchor="ctr"/>
            <a:lstStyle/>
            <a:p>
              <a:pPr algn="l">
                <a:lnSpc>
                  <a:spcPts val="6075"/>
                </a:lnSpc>
                <a:defRPr lang="en-us"/>
              </a:pPr>
              <a:r>
                <a:rPr lang="en-us" sz="5625" cap="none">
                  <a:solidFill>
                    <a:srgbClr val="201B18"/>
                  </a:solidFill>
                  <a:latin typeface="Arimo" pitchFamily="0" charset="1"/>
                  <a:ea typeface="Arimo" pitchFamily="0" charset="1"/>
                  <a:cs typeface="Arimo" pitchFamily="0" charset="1"/>
                </a:rPr>
                <a:t>Софтуерна реализация</a:t>
              </a:r>
              <a:endParaRPr lang="en-us" sz="5625" cap="none">
                <a:solidFill>
                  <a:srgbClr val="201B18"/>
                </a:solidFill>
                <a:latin typeface="Arimo" pitchFamily="0" charset="1"/>
                <a:ea typeface="Arimo" pitchFamily="0" charset="1"/>
                <a:cs typeface="Arimo" pitchFamily="0" charset="1"/>
              </a:endParaRPr>
            </a:p>
            <a:p>
              <a:pPr algn="l">
                <a:lnSpc>
                  <a:spcPts val="6075"/>
                </a:lnSpc>
                <a:defRPr lang="en-us"/>
              </a:pPr>
            </a:p>
          </p:txBody>
        </p:sp>
      </p:grpSp>
      <p:sp>
        <p:nvSpPr>
          <p:cNvPr id="5" name="TextBox 5"/>
          <p:cNvSpPr>
            <a:extLst>
              <a:ext uri="smNativeData">
                <pr:smNativeData xmlns:pr="smNativeData" xmlns="smNativeData" val="SMDATA_15_NH3EaB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TAgAAIIRAAD8NgAApzsAABAgAAAmAAAACAAAAP//////////"/>
              </a:ext>
            </a:extLst>
          </p:cNvSpPr>
          <p:nvPr/>
        </p:nvSpPr>
        <p:spPr>
          <a:xfrm>
            <a:off x="1348740" y="2846070"/>
            <a:ext cx="7589520" cy="685101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 lvl="1" marL="488315" indent="-243840" algn="l">
              <a:lnSpc>
                <a:spcPts val="3145"/>
              </a:lnSpc>
              <a:buFont typeface="Arial" pitchFamily="2" charset="0"/>
              <a:buChar char="•"/>
              <a:defRPr lang="en-us"/>
            </a:pPr>
            <a:r>
              <a:rPr lang="en-us" sz="3235" cap="none">
                <a:solidFill>
                  <a:srgbClr val="000000"/>
                </a:solidFill>
                <a:latin typeface="Aptos" pitchFamily="0" charset="1"/>
                <a:ea typeface="Aptos" pitchFamily="0" charset="1"/>
                <a:cs typeface="Aptos" pitchFamily="0" charset="1"/>
              </a:rPr>
              <a:t>Инструменти:</a:t>
            </a:r>
            <a:endParaRPr lang="en-us" sz="3235" cap="none">
              <a:solidFill>
                <a:srgbClr val="000000"/>
              </a:solidFill>
              <a:latin typeface="Aptos" pitchFamily="0" charset="1"/>
              <a:ea typeface="Aptos" pitchFamily="0" charset="1"/>
              <a:cs typeface="Aptos" pitchFamily="0" charset="1"/>
            </a:endParaRPr>
          </a:p>
          <a:p>
            <a:pPr lvl="1" marL="488315" indent="-243840" algn="l">
              <a:lnSpc>
                <a:spcPts val="3145"/>
              </a:lnSpc>
              <a:defRPr lang="en-us"/>
            </a:pPr>
            <a:r>
              <a:rPr lang="en-us" sz="3235" cap="none">
                <a:solidFill>
                  <a:srgbClr val="000000"/>
                </a:solidFill>
                <a:latin typeface="Aptos" pitchFamily="0" charset="1"/>
                <a:ea typeface="Aptos" pitchFamily="0" charset="1"/>
                <a:cs typeface="Aptos" pitchFamily="0" charset="1"/>
              </a:rPr>
              <a:t>Jira, OnBoard.</a:t>
            </a:r>
            <a:endParaRPr lang="en-us" sz="3235" cap="none">
              <a:solidFill>
                <a:srgbClr val="000000"/>
              </a:solidFill>
              <a:latin typeface="Aptos" pitchFamily="0" charset="1"/>
              <a:ea typeface="Aptos" pitchFamily="0" charset="1"/>
              <a:cs typeface="Aptos" pitchFamily="0" charset="1"/>
            </a:endParaRPr>
          </a:p>
          <a:p>
            <a:pPr lvl="1" marL="488315" indent="-243840" algn="l">
              <a:lnSpc>
                <a:spcPts val="3145"/>
              </a:lnSpc>
              <a:buFont typeface="Arial" pitchFamily="2" charset="0"/>
              <a:buChar char="•"/>
              <a:defRPr lang="en-us"/>
            </a:pPr>
            <a:r>
              <a:rPr lang="en-us" sz="3235" cap="none">
                <a:solidFill>
                  <a:srgbClr val="000000"/>
                </a:solidFill>
                <a:latin typeface="Aptos" pitchFamily="0" charset="1"/>
                <a:ea typeface="Aptos" pitchFamily="0" charset="1"/>
                <a:cs typeface="Aptos" pitchFamily="0" charset="1"/>
              </a:rPr>
              <a:t>Интерфейс:</a:t>
            </a:r>
            <a:endParaRPr lang="en-us" sz="3235" cap="none">
              <a:solidFill>
                <a:srgbClr val="000000"/>
              </a:solidFill>
              <a:latin typeface="Aptos" pitchFamily="0" charset="1"/>
              <a:ea typeface="Aptos" pitchFamily="0" charset="1"/>
              <a:cs typeface="Aptos" pitchFamily="0" charset="1"/>
            </a:endParaRPr>
          </a:p>
          <a:p>
            <a:pPr lvl="1" marL="488315" indent="-243840" algn="l">
              <a:lnSpc>
                <a:spcPts val="3145"/>
              </a:lnSpc>
              <a:defRPr lang="en-us"/>
            </a:pPr>
            <a:r>
              <a:rPr lang="en-us" sz="3235" cap="none">
                <a:solidFill>
                  <a:srgbClr val="000000"/>
                </a:solidFill>
                <a:latin typeface="Aptos" pitchFamily="0" charset="1"/>
                <a:ea typeface="Aptos" pitchFamily="0" charset="1"/>
                <a:cs typeface="Aptos" pitchFamily="0" charset="1"/>
              </a:rPr>
              <a:t>Figma.</a:t>
            </a:r>
            <a:endParaRPr lang="en-us" sz="3235" cap="none">
              <a:solidFill>
                <a:srgbClr val="000000"/>
              </a:solidFill>
              <a:latin typeface="Aptos" pitchFamily="0" charset="1"/>
              <a:ea typeface="Aptos" pitchFamily="0" charset="1"/>
              <a:cs typeface="Aptos" pitchFamily="0" charset="1"/>
            </a:endParaRPr>
          </a:p>
          <a:p>
            <a:pPr lvl="1" marL="488315" indent="-243840" algn="l">
              <a:lnSpc>
                <a:spcPts val="3145"/>
              </a:lnSpc>
              <a:buFont typeface="Arial" pitchFamily="2" charset="0"/>
              <a:buChar char="•"/>
              <a:defRPr lang="en-us"/>
            </a:pPr>
            <a:r>
              <a:rPr lang="en-us" sz="3235" cap="none">
                <a:solidFill>
                  <a:srgbClr val="000000"/>
                </a:solidFill>
                <a:latin typeface="Aptos" pitchFamily="0" charset="1"/>
                <a:ea typeface="Aptos" pitchFamily="0" charset="1"/>
                <a:cs typeface="Aptos" pitchFamily="0" charset="1"/>
              </a:rPr>
              <a:t>Презентация:</a:t>
            </a:r>
            <a:endParaRPr lang="en-us" sz="3235" cap="none">
              <a:solidFill>
                <a:srgbClr val="000000"/>
              </a:solidFill>
              <a:latin typeface="Aptos" pitchFamily="0" charset="1"/>
              <a:ea typeface="Aptos" pitchFamily="0" charset="1"/>
              <a:cs typeface="Aptos" pitchFamily="0" charset="1"/>
            </a:endParaRPr>
          </a:p>
          <a:p>
            <a:pPr lvl="1" marL="488315" indent="-243840" algn="l">
              <a:lnSpc>
                <a:spcPts val="3145"/>
              </a:lnSpc>
              <a:defRPr lang="en-us"/>
            </a:pPr>
            <a:r>
              <a:rPr lang="en-us" sz="3235" cap="none">
                <a:solidFill>
                  <a:srgbClr val="000000"/>
                </a:solidFill>
                <a:latin typeface="Aptos" pitchFamily="0" charset="1"/>
                <a:ea typeface="Aptos" pitchFamily="0" charset="1"/>
                <a:cs typeface="Aptos" pitchFamily="0" charset="1"/>
              </a:rPr>
              <a:t>PowerPoint, Pictographic.</a:t>
            </a:r>
            <a:endParaRPr lang="en-us" sz="3235" cap="none">
              <a:solidFill>
                <a:srgbClr val="000000"/>
              </a:solidFill>
              <a:latin typeface="Aptos" pitchFamily="0" charset="1"/>
              <a:ea typeface="Aptos" pitchFamily="0" charset="1"/>
              <a:cs typeface="Aptos" pitchFamily="0" charset="1"/>
            </a:endParaRPr>
          </a:p>
          <a:p>
            <a:pPr lvl="1" marL="488315" indent="-243840" algn="l">
              <a:lnSpc>
                <a:spcPts val="3145"/>
              </a:lnSpc>
              <a:buFont typeface="Arial" pitchFamily="2" charset="0"/>
              <a:buChar char="•"/>
              <a:defRPr lang="en-us"/>
            </a:pPr>
            <a:r>
              <a:rPr lang="en-us" sz="3235" cap="none">
                <a:solidFill>
                  <a:srgbClr val="000000"/>
                </a:solidFill>
                <a:latin typeface="Aptos" pitchFamily="0" charset="1"/>
                <a:ea typeface="Aptos" pitchFamily="0" charset="1"/>
                <a:cs typeface="Aptos" pitchFamily="0" charset="1"/>
              </a:rPr>
              <a:t>Tech stack:</a:t>
            </a:r>
            <a:endParaRPr lang="en-us" sz="3235" cap="none">
              <a:solidFill>
                <a:srgbClr val="000000"/>
              </a:solidFill>
              <a:latin typeface="Aptos" pitchFamily="0" charset="1"/>
              <a:ea typeface="Aptos" pitchFamily="0" charset="1"/>
              <a:cs typeface="Aptos" pitchFamily="0" charset="1"/>
            </a:endParaRPr>
          </a:p>
          <a:p>
            <a:pPr lvl="1" marL="488315" indent="-243840" algn="l">
              <a:lnSpc>
                <a:spcPts val="3145"/>
              </a:lnSpc>
              <a:defRPr lang="en-us"/>
            </a:pPr>
            <a:r>
              <a:rPr lang="en-us" sz="3235" cap="none">
                <a:solidFill>
                  <a:srgbClr val="000000"/>
                </a:solidFill>
                <a:latin typeface="Aptos" pitchFamily="0" charset="1"/>
                <a:ea typeface="Aptos" pitchFamily="0" charset="1"/>
                <a:cs typeface="Aptos" pitchFamily="0" charset="1"/>
              </a:rPr>
              <a:t>Mysql, HTML/CSS, React, C#.</a:t>
            </a:r>
            <a:endParaRPr lang="en-us" sz="3235" cap="none">
              <a:solidFill>
                <a:srgbClr val="000000"/>
              </a:solidFill>
              <a:latin typeface="Aptos" pitchFamily="0" charset="1"/>
              <a:ea typeface="Aptos" pitchFamily="0" charset="1"/>
              <a:cs typeface="Aptos" pitchFamily="0" charset="1"/>
            </a:endParaRPr>
          </a:p>
          <a:p>
            <a:pPr lvl="1" marL="488315" indent="-243840" algn="l">
              <a:lnSpc>
                <a:spcPts val="3145"/>
              </a:lnSpc>
              <a:buFont typeface="Arial" pitchFamily="2" charset="0"/>
              <a:buChar char="•"/>
              <a:defRPr lang="en-us"/>
            </a:pPr>
            <a:r>
              <a:rPr lang="en-us" sz="3235" cap="none">
                <a:solidFill>
                  <a:srgbClr val="000000"/>
                </a:solidFill>
                <a:latin typeface="Aptos" pitchFamily="0" charset="1"/>
                <a:ea typeface="Aptos" pitchFamily="0" charset="1"/>
                <a:cs typeface="Aptos" pitchFamily="0" charset="1"/>
              </a:rPr>
              <a:t>Чертане на диаграми:</a:t>
            </a:r>
            <a:endParaRPr lang="en-us" sz="3235" cap="none">
              <a:solidFill>
                <a:srgbClr val="000000"/>
              </a:solidFill>
              <a:latin typeface="Aptos" pitchFamily="0" charset="1"/>
              <a:ea typeface="Aptos" pitchFamily="0" charset="1"/>
              <a:cs typeface="Aptos" pitchFamily="0" charset="1"/>
            </a:endParaRPr>
          </a:p>
          <a:p>
            <a:pPr lvl="1" marL="488315" indent="-243840" algn="l">
              <a:lnSpc>
                <a:spcPts val="3145"/>
              </a:lnSpc>
              <a:defRPr lang="en-us"/>
            </a:pPr>
            <a:r>
              <a:rPr lang="en-us" sz="3235" cap="none">
                <a:solidFill>
                  <a:srgbClr val="000000"/>
                </a:solidFill>
                <a:latin typeface="Aptos" pitchFamily="0" charset="1"/>
                <a:ea typeface="Aptos" pitchFamily="0" charset="1"/>
                <a:cs typeface="Aptos" pitchFamily="0" charset="1"/>
              </a:rPr>
              <a:t>draw.io, WebSequenceDiagrams.</a:t>
            </a:r>
            <a:endParaRPr lang="en-us" sz="3235" cap="none">
              <a:solidFill>
                <a:srgbClr val="000000"/>
              </a:solidFill>
              <a:latin typeface="Aptos" pitchFamily="0" charset="1"/>
              <a:ea typeface="Aptos" pitchFamily="0" charset="1"/>
              <a:cs typeface="Aptos" pitchFamily="0" charset="1"/>
            </a:endParaRPr>
          </a:p>
          <a:p>
            <a:pPr lvl="1" marL="488315" indent="-243840" algn="l">
              <a:lnSpc>
                <a:spcPts val="3145"/>
              </a:lnSpc>
              <a:buFont typeface="Arial" pitchFamily="2" charset="0"/>
              <a:buChar char="•"/>
              <a:defRPr lang="en-us"/>
            </a:pPr>
            <a:r>
              <a:rPr lang="en-us" sz="3235" cap="none">
                <a:solidFill>
                  <a:srgbClr val="000000"/>
                </a:solidFill>
                <a:latin typeface="Aptos" pitchFamily="0" charset="1"/>
                <a:ea typeface="Aptos" pitchFamily="0" charset="1"/>
                <a:cs typeface="Aptos" pitchFamily="0" charset="1"/>
              </a:rPr>
              <a:t>Комуникации:</a:t>
            </a:r>
            <a:endParaRPr lang="en-us" sz="3235" cap="none">
              <a:solidFill>
                <a:srgbClr val="000000"/>
              </a:solidFill>
              <a:latin typeface="Aptos" pitchFamily="0" charset="1"/>
              <a:ea typeface="Aptos" pitchFamily="0" charset="1"/>
              <a:cs typeface="Aptos" pitchFamily="0" charset="1"/>
            </a:endParaRPr>
          </a:p>
          <a:p>
            <a:pPr lvl="1" marL="488315" indent="-243840" algn="l">
              <a:lnSpc>
                <a:spcPts val="3145"/>
              </a:lnSpc>
              <a:defRPr lang="en-us"/>
            </a:pPr>
            <a:r>
              <a:rPr lang="en-us" sz="3235" cap="none">
                <a:solidFill>
                  <a:srgbClr val="000000"/>
                </a:solidFill>
                <a:latin typeface="Aptos" pitchFamily="0" charset="1"/>
                <a:ea typeface="Aptos" pitchFamily="0" charset="1"/>
                <a:cs typeface="Aptos" pitchFamily="0" charset="1"/>
              </a:rPr>
              <a:t>Discord.</a:t>
            </a:r>
            <a:endParaRPr lang="en-us" sz="3235" cap="none">
              <a:solidFill>
                <a:srgbClr val="000000"/>
              </a:solidFill>
              <a:latin typeface="Aptos" pitchFamily="0" charset="1"/>
              <a:ea typeface="Aptos" pitchFamily="0" charset="1"/>
              <a:cs typeface="Aptos" pitchFamily="0" charset="1"/>
            </a:endParaRPr>
          </a:p>
          <a:p>
            <a:pPr lvl="1" marL="488315" indent="-243840" algn="l">
              <a:lnSpc>
                <a:spcPts val="3145"/>
              </a:lnSpc>
              <a:defRPr lang="en-us"/>
            </a:pPr>
          </a:p>
          <a:p>
            <a:pPr lvl="1" marL="488315" indent="-243840" algn="l">
              <a:lnSpc>
                <a:spcPts val="3145"/>
              </a:lnSpc>
              <a:defRPr lang="en-us"/>
            </a:pPr>
          </a:p>
          <a:p>
            <a:pPr lvl="1" marL="488315" indent="-243840" algn="l">
              <a:lnSpc>
                <a:spcPts val="3145"/>
              </a:lnSpc>
              <a:defRPr lang="en-us"/>
            </a:pPr>
          </a:p>
        </p:txBody>
      </p:sp>
      <p:grpSp>
        <p:nvGrpSpPr>
          <p:cNvPr id="6" name="Group 6"/>
          <p:cNvGrpSpPr>
            <a:extLst>
              <a:ext uri="smNativeData">
                <pr:smNativeData xmlns:pr="smNativeData" xmlns="smNativeData" val="SMDATA_6_NH3EaBMAAAAlAAAAAQAAAA8BAAAAkAAAAEgAAACQAAAASAAAAAAAAAAAAAAAAAAAABcAAAAUAAAAAAAAAAAAAAD/fwAA/38AAAAAAAAJAAAABAAAAAAAAAAfAAAAVAAAAAAAAAAAAAAAAAAAAAAAAAAAAAAAAAAAAAAAAAAAAAAAAAAAAAAAAAAAAAAAAAAAAAAAAAAAAAAAAAAAAAAAAAAAAAAAAAAAAAAAAAAAAAAAAAAAACEAAAAYAAAAFAAAAOg7AAA1DQAA4GIAAAsyAAAQAAAAJgAAAAgAAAD/////AAAAAA=="/>
              </a:ext>
            </a:extLst>
          </p:cNvGrpSpPr>
          <p:nvPr/>
        </p:nvGrpSpPr>
        <p:grpSpPr>
          <a:xfrm>
            <a:off x="9738360" y="2146935"/>
            <a:ext cx="6334760" cy="5988050"/>
            <a:chOff x="9738360" y="2146935"/>
            <a:chExt cx="6334760" cy="5988050"/>
          </a:xfrm>
        </p:grpSpPr>
        <p:sp>
          <p:nvSpPr>
            <p:cNvPr id="7" name="Freeform 7"/>
            <p:cNvSpPr>
              <a:extLst>
                <a:ext uri="smNativeData">
                  <pr:smNativeData xmlns:pr="smNativeData" xmlns="smNativeData" val="SMDATA_15_NH3EaBMAAAAlAAAACwAAAA0AAAAAAAAAAAAAAAD3MwAAHTEAAAAAAAAAAAAAAAAAAAEAAABQAAAAAAAAAAAA4D8AAAAAAADgPwAAAAAAAOA/AAAAAAAA4D8AAAAAAADgPwAAAAAAAOA/AAAAAAAA4D8AAAAAAADgPwAAAAAAAOA/AAAAAAAA4D8CAAAAjAAAAAEAAAACAAAA////AP///wgAAAAAAAAAAPW8WNXMvU5Nh3pwwaHZ1EcB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3/7//wAAAADf/v//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6DsAADUNAADgYgAACzIAAAAAAAAmAAAACAAAAP//////////"/>
                </a:ext>
              </a:extLst>
            </p:cNvSpPr>
            <p:nvPr/>
          </p:nvSpPr>
          <p:spPr>
            <a:xfrm>
              <a:off x="9738360" y="2146935"/>
              <a:ext cx="6334760" cy="5988050"/>
            </a:xfrm>
            <a:custGeom>
              <a:avLst/>
              <a:gdLst/>
              <a:ahLst/>
              <a:cxnLst/>
              <a:rect l="0" t="0" r="6334760" b="5988050"/>
              <a:pathLst>
                <a:path w="6334760" h="5988050">
                  <a:moveTo>
                    <a:pt x="0" y="0"/>
                  </a:moveTo>
                  <a:lnTo>
                    <a:pt x="6334760" y="0"/>
                  </a:lnTo>
                  <a:lnTo>
                    <a:pt x="6334760" y="5988050"/>
                  </a:lnTo>
                  <a:lnTo>
                    <a:pt x="0" y="5988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rcRect/>
              <a:stretch>
                <a:fillRect l="0" t="-2890" r="0" b="-2890"/>
              </a:stretch>
            </a:blipFill>
            <a:ln>
              <a:noFill/>
            </a:ln>
            <a:effectLst/>
          </p:spPr>
        </p:sp>
      </p:grpSp>
    </p:spTree>
  </p:cSld>
  <p:clrMapOvr>
    <a:masterClrMapping/>
  </p:clrMapOvr>
  <p:transition spd="fast" p14:dur="800">
    <p:fade/>
    <p:extLst>
      <p:ext uri="smNativeData">
        <pr:smNativeData xmlns:pr="smNativeData" xmlns="smNativeData" val="NH3EaAAAAAAgAwAAAAAAAAYAAAAAAAAAAAAAAAAAAAAAAAAAAQAAAAAAAAAAAAAAAAAAAAAAAAAAAAAA" duo="NH3EaAAAAAAAAAAAAAAAAAAAAAA="/>
      </p:ext>
    </p:extLst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extLst>
              <a:ext uri="smNativeData">
                <pr:smNativeData xmlns:pr="smNativeData" xmlns="smNativeData" val="SMDATA_6_NH3EaBMAAAAlAAAAAQAAAA8BAAAAkAAAAEgAAACQAAAASAAAAAAAAAAAAAAAAAAAABcAAAAUAAAAAAAAAAAAAAD/fwAA/38AAAAAAAAJAAAABAAAABjVtBQfAAAAVAAAAAAAAAAAAAAAAAAAAAAAAAAAAAAAAAAAAAAAAAAAAAAAAAAAAAAAAAAAAAAAAAAAAAAAAAAAAAAAAAAAAAAAAAAAAAAAAAAAAAAAAAAAAAAAAAAAACEAAAAYAAAAFAAAAAAAAAAAAAAAgHAAAEg/AAAQAAAAJgAAAAgAAAD/////AAAAAA=="/>
              </a:ext>
            </a:extLst>
          </p:cNvGrpSpPr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sp>
          <p:nvSpPr>
            <p:cNvPr id="3" name="Freeform 3"/>
            <p:cNvSpPr>
              <a:extLst>
                <a:ext uri="smNativeData">
                  <pr:smNativeData xmlns:pr="smNativeData" xmlns="smNativeData" val="SMDATA_15_NH3EaBMAAAAlAAAACwAAAA0AAAAAAAAAAAAAAAAAlgAAYFQAAAAAAAAAAAAAAAAAAAEAAABQAAAAAAAAAAAA4D8AAAAAAADgPwAAAAAAAOA/AAAAAAAA4D8AAAAAAADgPwAAAAAAAOA/AAAAAAAA4D8AAAAAAADgPwAAAAAAAOA/AAAAAAAA4D8CAAAAjAAAAAEAAAAAAAAA9/Pw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9/PwAP///wEAAAAAAAAAAAAAAAAAAAAAAAAAAAAAAAAAAAAAAAAAAAAAAAB/f38A7uzhA8zMzADAwP8Af39/AAAAAAAAAAAAAAAAAAAAAAAAAAAAIQAAABgAAAAUAAAAAAAAAAAAAACAcAAASD8AAAAAAAAmAAAACAAAAP//////////"/>
                </a:ext>
              </a:extLst>
            </p:cNvSpPr>
            <p:nvPr/>
          </p:nvSpPr>
          <p:spPr>
            <a:xfrm>
              <a:off x="0" y="0"/>
              <a:ext cx="18288000" cy="10287000"/>
            </a:xfrm>
            <a:custGeom>
              <a:avLst/>
              <a:gdLst/>
              <a:ahLst/>
              <a:cxnLst/>
              <a:rect l="0" t="0" r="18288000" b="10287000"/>
              <a:pathLst>
                <a:path w="18288000" h="10287000">
                  <a:moveTo>
                    <a:pt x="0" y="0"/>
                  </a:moveTo>
                  <a:lnTo>
                    <a:pt x="18288000" y="0"/>
                  </a:lnTo>
                  <a:lnTo>
                    <a:pt x="18288000" y="10287000"/>
                  </a:lnTo>
                  <a:lnTo>
                    <a:pt x="0" y="10287000"/>
                  </a:lnTo>
                  <a:close/>
                </a:path>
              </a:pathLst>
            </a:custGeom>
            <a:solidFill>
              <a:srgbClr val="F7F3F0"/>
            </a:solidFill>
            <a:ln>
              <a:noFill/>
            </a:ln>
            <a:effectLst/>
          </p:spPr>
        </p:sp>
      </p:grpSp>
      <p:grpSp>
        <p:nvGrpSpPr>
          <p:cNvPr id="4" name="Group 4"/>
          <p:cNvGrpSpPr>
            <a:extLst>
              <a:ext uri="smNativeData">
                <pr:smNativeData xmlns:pr="smNativeData" xmlns="smNativeData" val="SMDATA_6_NH3EaBMAAAAlAAAAAQAAAA8BAAAAkAAAAEgAAACQAAAASAAAAAAAAAAAAAAAAAAAABcAAAAUAAAAAAAAAAAAAAD/fwAA/38AAAAAAAAJAAAABAAAAIA7uRQfAAAAVAAAAAAAAAAAAAAAAAAAAAAAAAAAAAAAAAAAAAAAAAAAAAAAAAAAAAAAAAAAAAAAAAAAAAAAAAAAAAAAAAAAAAAAAAAAAAAAAAAAAAAAAAAAAAAAAAAAACEAAAAYAAAAFAAAAAAAAAAAAAAAgHAAAEg/AAAQAAAAJgAAAAgAAAD/////AAAAAA=="/>
              </a:ext>
            </a:extLst>
          </p:cNvGrpSpPr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sp>
          <p:nvSpPr>
            <p:cNvPr id="5" name="Freeform 5"/>
            <p:cNvSpPr>
              <a:extLst>
                <a:ext uri="smNativeData">
                  <pr:smNativeData xmlns:pr="smNativeData" xmlns="smNativeData" val="SMDATA_15_NH3EaBMAAAAlAAAACwAAAA0AAAAAAAAAAAAAAAAAlgAAYFQAAAAAAAAAAAAAAAAAAAEAAABQAAAAAAAAAAAA4D8AAAAAAADgPwAAAAAAAOA/AAAAAAAA4D8AAAAAAADgPwAAAAAAAOA/AAAAAAAA4D8AAAAAAADgPwAAAAAAAOA/AAAAAAAA4D8CAAAAjAAAAAE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AAAAAAAAAACAcAAASD8AAAAAAAAmAAAACAAAAP//////////"/>
                </a:ext>
              </a:extLst>
            </p:cNvSpPr>
            <p:nvPr/>
          </p:nvSpPr>
          <p:spPr>
            <a:xfrm>
              <a:off x="0" y="0"/>
              <a:ext cx="18288000" cy="10287000"/>
            </a:xfrm>
            <a:custGeom>
              <a:avLst/>
              <a:gdLst/>
              <a:ahLst/>
              <a:cxnLst/>
              <a:rect l="0" t="0" r="18288000" b="10287000"/>
              <a:pathLst>
                <a:path w="18288000" h="10287000">
                  <a:moveTo>
                    <a:pt x="0" y="0"/>
                  </a:moveTo>
                  <a:lnTo>
                    <a:pt x="18288000" y="0"/>
                  </a:lnTo>
                  <a:lnTo>
                    <a:pt x="18288000" y="10287000"/>
                  </a:lnTo>
                  <a:lnTo>
                    <a:pt x="0" y="102870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</p:sp>
      </p:grpSp>
      <p:sp>
        <p:nvSpPr>
          <p:cNvPr id="6" name="TextBox 6"/>
          <p:cNvSpPr>
            <a:extLst>
              <a:ext uri="smNativeData">
                <pr:smNativeData xmlns:pr="smNativeData" xmlns="smNativeData" val="SMDATA_15_NH3EaB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zgMAAMICAAD4HgAAyAkAABAgAAAmAAAACAAAAP//////////"/>
              </a:ext>
            </a:extLst>
          </p:cNvSpPr>
          <p:nvPr/>
        </p:nvSpPr>
        <p:spPr>
          <a:xfrm>
            <a:off x="618490" y="448310"/>
            <a:ext cx="4415790" cy="114173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 algn="l">
              <a:lnSpc>
                <a:spcPts val="4310"/>
              </a:lnSpc>
              <a:defRPr lang="en-us"/>
            </a:pPr>
            <a:r>
              <a:rPr lang="en-us" sz="3435" cap="none">
                <a:solidFill>
                  <a:srgbClr val="201B18"/>
                </a:solidFill>
                <a:latin typeface="Arimo" pitchFamily="0" charset="1"/>
                <a:ea typeface="Arimo" pitchFamily="0" charset="1"/>
                <a:cs typeface="Arimo" pitchFamily="0" charset="1"/>
              </a:rPr>
              <a:t>Use-case диаграма</a:t>
            </a:r>
            <a:endParaRPr lang="en-us" sz="3435" cap="none">
              <a:solidFill>
                <a:srgbClr val="201B18"/>
              </a:solidFill>
              <a:latin typeface="Arimo" pitchFamily="0" charset="1"/>
              <a:ea typeface="Arimo" pitchFamily="0" charset="1"/>
              <a:cs typeface="Arimo" pitchFamily="0" charset="1"/>
            </a:endParaRPr>
          </a:p>
        </p:txBody>
      </p:sp>
      <p:grpSp>
        <p:nvGrpSpPr>
          <p:cNvPr id="7" name="Group 7"/>
          <p:cNvGrpSpPr>
            <a:extLst>
              <a:ext uri="smNativeData">
                <pr:smNativeData xmlns:pr="smNativeData" xmlns="smNativeData" val="SMDATA_6_NH3EaBMAAAAlAAAAAQAAAA8BAAAAkAAAAEgAAACQAAAASAAAAAAAAAAAAAAAAAAAABcAAAAUAAAAAAAAAAAAAAD/fwAA/38AAAAAAAAJAAAABAAAAJp4ZP8fAAAAVAAAAAAAAAAAAAAAAAAAAAAAAAAAAAAAAAAAAAAAAAAAAAAAAAAAAAAAAAAAAAAAAAAAAAAAAAAAAAAAAAAAAAAAAAAAAAAAAAAAAAAAAAAAAAAAAAAAACEAAAAYAAAAFAAAAM4DAAD0CwAAky8AAEo8AAAQAAAAJgAAAAgAAAD/////AAAAAA=="/>
              </a:ext>
            </a:extLst>
          </p:cNvGrpSpPr>
          <p:nvPr/>
        </p:nvGrpSpPr>
        <p:grpSpPr>
          <a:xfrm>
            <a:off x="618490" y="1943100"/>
            <a:ext cx="7115175" cy="7857490"/>
            <a:chOff x="618490" y="1943100"/>
            <a:chExt cx="7115175" cy="7857490"/>
          </a:xfrm>
        </p:grpSpPr>
        <p:sp>
          <p:nvSpPr>
            <p:cNvPr id="8" name="Freeform 8" descr="preencoded.png"/>
            <p:cNvSpPr>
              <a:extLst>
                <a:ext uri="smNativeData">
                  <pr:smNativeData xmlns:pr="smNativeData" xmlns="smNativeData" val="SMDATA_15_NH3EaBMAAAAlAAAACwAAAA0AAAAAAAAAAAAAAABcOgAAc0AAAAAAAAAAAAAAAAAAAAEAAABQAAAAAAAAAAAA4D8AAAAAAADgPwAAAAAAAOA/AAAAAAAA4D8AAAAAAADgPwAAAAAAAOA/AAAAAAAA4D8AAAAAAADgPwAAAAAAAOA/AAAAAAAA4D8CAAAAjAAAAAEAAAACAAAA////AP///wgAAAAAAAAAAHBR+uo0na5EmhNkYEpgJIkB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zgMAAPQLAACTLwAASjwAAAAAAAAmAAAACAAAAP//////////"/>
                </a:ext>
              </a:extLst>
            </p:cNvSpPr>
            <p:nvPr/>
          </p:nvSpPr>
          <p:spPr>
            <a:xfrm>
              <a:off x="618490" y="1943100"/>
              <a:ext cx="7115175" cy="7857490"/>
            </a:xfrm>
            <a:custGeom>
              <a:avLst/>
              <a:gdLst/>
              <a:ahLst/>
              <a:cxnLst/>
              <a:rect l="0" t="0" r="7115175" b="7857490"/>
              <a:pathLst>
                <a:path w="7115175" h="7857490">
                  <a:moveTo>
                    <a:pt x="0" y="0"/>
                  </a:moveTo>
                  <a:lnTo>
                    <a:pt x="7115175" y="0"/>
                  </a:lnTo>
                  <a:lnTo>
                    <a:pt x="7115175" y="7857490"/>
                  </a:lnTo>
                  <a:lnTo>
                    <a:pt x="0" y="78574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rcRect/>
              <a:stretch/>
            </a:blipFill>
            <a:ln>
              <a:noFill/>
            </a:ln>
            <a:effectLst/>
          </p:spPr>
        </p:sp>
      </p:grpSp>
      <p:grpSp>
        <p:nvGrpSpPr>
          <p:cNvPr id="9" name="Group 9"/>
          <p:cNvGrpSpPr>
            <a:extLst>
              <a:ext uri="smNativeData">
                <pr:smNativeData xmlns:pr="smNativeData" xmlns="smNativeData" val="SMDATA_6_NH3EaBMAAAAlAAAAAQAAAA8BAAAAkAAAAEgAAACQAAAASAAAAAAAAAAAAAAAAAAAABcAAAAUAAAAAAAAAAAAAAD/fwAA/38AAAAAAAAJAAAABAAAAKDjdQYfAAAAVAAAAAAAAAAAAAAAAAAAAAAAAAAAAAAAAAAAAAAAAAAAAAAAAAAAAAAAAAAAAAAAAAAAAAAAAAAAAAAAAAAAAAAAAAAAAAAAAAAAAAAAAAAAAAAAAAAAACEAAAAYAAAAFAAAAJ4+AADpDwAAXmIAAEkvAAAQAAAAJgAAAAgAAAD/////AAAAAA=="/>
              </a:ext>
            </a:extLst>
          </p:cNvGrpSpPr>
          <p:nvPr/>
        </p:nvGrpSpPr>
        <p:grpSpPr>
          <a:xfrm>
            <a:off x="10179050" y="2586355"/>
            <a:ext cx="5811520" cy="5100320"/>
            <a:chOff x="10179050" y="2586355"/>
            <a:chExt cx="5811520" cy="5100320"/>
          </a:xfrm>
        </p:grpSpPr>
        <p:sp>
          <p:nvSpPr>
            <p:cNvPr id="10" name="Freeform 10"/>
            <p:cNvSpPr>
              <a:extLst>
                <a:ext uri="smNativeData">
                  <pr:smNativeData xmlns:pr="smNativeData" xmlns="smNativeData" val="SMDATA_15_NH3EaBMAAAAlAAAACwAAAA0AAAAAAAAAAAAAAACsLwAA1SkAAAAAAAAAAAAAAAAAAAEAAABQAAAAAAAAAAAA4D8AAAAAAADgPwAAAAAAAOA/AAAAAAAA4D8AAAAAAADgPwAAAAAAAOA/AAAAAAAA4D8AAAAAAADgPwAAAAAAAOA/AAAAAAAA4D8CAAAAjAAAAAEAAAACAAAA////AP///wgAAAAAAAAAANzFcV5+a39Jrgv2WWnB2IsB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R/3//wAAAABH/f//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nj4AAOkPAABeYgAASS8AAAAAAAAmAAAACAAAAP//////////"/>
                </a:ext>
              </a:extLst>
            </p:cNvSpPr>
            <p:nvPr/>
          </p:nvSpPr>
          <p:spPr>
            <a:xfrm>
              <a:off x="10179050" y="2586355"/>
              <a:ext cx="5811520" cy="5100320"/>
            </a:xfrm>
            <a:custGeom>
              <a:avLst/>
              <a:gdLst/>
              <a:ahLst/>
              <a:cxnLst/>
              <a:rect l="0" t="0" r="5811520" b="5100320"/>
              <a:pathLst>
                <a:path w="5811520" h="5100320">
                  <a:moveTo>
                    <a:pt x="0" y="0"/>
                  </a:moveTo>
                  <a:lnTo>
                    <a:pt x="5811520" y="0"/>
                  </a:lnTo>
                  <a:lnTo>
                    <a:pt x="5811520" y="5100320"/>
                  </a:lnTo>
                  <a:lnTo>
                    <a:pt x="0" y="51003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rcRect/>
              <a:stretch>
                <a:fillRect l="0" t="-6970" r="0" b="-6970"/>
              </a:stretch>
            </a:blipFill>
            <a:ln>
              <a:noFill/>
            </a:ln>
            <a:effectLst/>
          </p:spPr>
        </p:sp>
      </p:grpSp>
    </p:spTree>
  </p:cSld>
  <p:clrMapOvr>
    <a:masterClrMapping/>
  </p:clrMapOvr>
  <p:transition spd="fast" p14:dur="800">
    <p:fade/>
    <p:extLst>
      <p:ext uri="smNativeData">
        <pr:smNativeData xmlns:pr="smNativeData" xmlns="smNativeData" val="NH3EaAAAAAAgAwAAAAAAAAYAAAAAAAAAAAAAAAAAAAAAAAAAAQAAAAAAAAAAAAAAAAAAAAAAAAAAAAAA" duo="NH3EaAAAAAAAAAAAAAAAAAAAAAA="/>
      </p:ext>
    </p:extLst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extLst>
              <a:ext uri="smNativeData">
                <pr:smNativeData xmlns:pr="smNativeData" xmlns="smNativeData" val="SMDATA_6_NH3EaBMAAAAlAAAAAQAAAA8BAAAAkAAAAEgAAACQAAAASAAAAAAAAAAAAAAAAAAAABcAAAAUAAAAAAAAAAAAAAD/fwAA/38AAAAAAAAJAAAABAAAAKDjdQYfAAAAVAAAAAAAAAAAAAAAAAAAAAAAAAAAAAAAAAAAAAAAAAAAAAAAAAAAAAAAAAAAAAAAAAAAAAAAAAAAAAAAAAAAAAAAAAAAAAAAAAAAAAAAAAAAAAAAAAAAACEAAAAYAAAAFAAAAAAAAAAAAAAAgHAAAEg/AAAQAAAAJgAAAAgAAAD/////AAAAAA=="/>
              </a:ext>
            </a:extLst>
          </p:cNvGrpSpPr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sp>
          <p:nvSpPr>
            <p:cNvPr id="3" name="Freeform 3"/>
            <p:cNvSpPr>
              <a:extLst>
                <a:ext uri="smNativeData">
                  <pr:smNativeData xmlns:pr="smNativeData" xmlns="smNativeData" val="SMDATA_15_NH3EaBMAAAAlAAAACwAAAA0AAAAAAAAAAAAAAAAAlgAAYFQAAAAAAAAAAAAAAAAAAAEAAABQAAAAAAAAAAAA4D8AAAAAAADgPwAAAAAAAOA/AAAAAAAA4D8AAAAAAADgPwAAAAAAAOA/AAAAAAAA4D8AAAAAAADgPwAAAAAAAOA/AAAAAAAA4D8CAAAAjAAAAAEAAAAAAAAA9/Pw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9/PwAP///wEAAAAAAAAAAAAAAAAAAAAAAAAAAAAAAAAAAAAAAAAAAAAAAAB/f38A7uzhA8zMzADAwP8Af39/AAAAAAAAAAAAAAAAAAAAAAAAAAAAIQAAABgAAAAUAAAAAAAAAAAAAACAcAAASD8AAAAAAAAmAAAACAAAAP//////////"/>
                </a:ext>
              </a:extLst>
            </p:cNvSpPr>
            <p:nvPr/>
          </p:nvSpPr>
          <p:spPr>
            <a:xfrm>
              <a:off x="0" y="0"/>
              <a:ext cx="18288000" cy="10287000"/>
            </a:xfrm>
            <a:custGeom>
              <a:avLst/>
              <a:gdLst/>
              <a:ahLst/>
              <a:cxnLst/>
              <a:rect l="0" t="0" r="18288000" b="10287000"/>
              <a:pathLst>
                <a:path w="18288000" h="10287000">
                  <a:moveTo>
                    <a:pt x="0" y="0"/>
                  </a:moveTo>
                  <a:lnTo>
                    <a:pt x="18288000" y="0"/>
                  </a:lnTo>
                  <a:lnTo>
                    <a:pt x="18288000" y="10287000"/>
                  </a:lnTo>
                  <a:lnTo>
                    <a:pt x="0" y="10287000"/>
                  </a:lnTo>
                  <a:close/>
                </a:path>
              </a:pathLst>
            </a:custGeom>
            <a:solidFill>
              <a:srgbClr val="F7F3F0"/>
            </a:solidFill>
            <a:ln>
              <a:noFill/>
            </a:ln>
            <a:effectLst/>
          </p:spPr>
        </p:sp>
      </p:grpSp>
      <p:grpSp>
        <p:nvGrpSpPr>
          <p:cNvPr id="4" name="Group 4"/>
          <p:cNvGrpSpPr>
            <a:extLst>
              <a:ext uri="smNativeData">
                <pr:smNativeData xmlns:pr="smNativeData" xmlns="smNativeData" val="SMDATA_6_NH3EaBMAAAAlAAAAAQAAAA8BAAAAkAAAAEgAAACQAAAASAAAAAAAAAAAAAAAAAAAABcAAAAUAAAAAAAAAAAAAAD/fwAA/38AAAAAAAAJAAAABAAAADUBAAAfAAAAVAAAAAAAAAAAAAAAAAAAAAAAAAAAAAAAAAAAAAAAAAAAAAAAAAAAAAAAAAAAAAAAAAAAAAAAAAAAAAAAAAAAAAAAAAAAAAAAAAAAAAAAAAAAAAAAAAAAACEAAAAYAAAAFAAAAAAAAAAAAAAAgHAAAEg/AAAQAAAAJgAAAAgAAAD/////AAAAAA=="/>
              </a:ext>
            </a:extLst>
          </p:cNvGrpSpPr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sp>
          <p:nvSpPr>
            <p:cNvPr id="5" name="Freeform 5"/>
            <p:cNvSpPr>
              <a:extLst>
                <a:ext uri="smNativeData">
                  <pr:smNativeData xmlns:pr="smNativeData" xmlns="smNativeData" val="SMDATA_15_NH3EaBMAAAAlAAAACwAAAA0AAAAAAAAAAAAAAAAAlgAAYFQAAAAAAAAAAAAAAAAAAAEAAABQAAAAAAAAAAAA4D8AAAAAAADgPwAAAAAAAOA/AAAAAAAA4D8AAAAAAADgPwAAAAAAAOA/AAAAAAAA4D8AAAAAAADgPwAAAAAAAOA/AAAAAAAA4D8CAAAAjAAAAAE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AAAAAAAAAACAcAAASD8AAAAAAAAmAAAACAAAAP//////////"/>
                </a:ext>
              </a:extLst>
            </p:cNvSpPr>
            <p:nvPr/>
          </p:nvSpPr>
          <p:spPr>
            <a:xfrm>
              <a:off x="0" y="0"/>
              <a:ext cx="18288000" cy="10287000"/>
            </a:xfrm>
            <a:custGeom>
              <a:avLst/>
              <a:gdLst/>
              <a:ahLst/>
              <a:cxnLst/>
              <a:rect l="0" t="0" r="18288000" b="10287000"/>
              <a:pathLst>
                <a:path w="18288000" h="10287000">
                  <a:moveTo>
                    <a:pt x="0" y="0"/>
                  </a:moveTo>
                  <a:lnTo>
                    <a:pt x="18288000" y="0"/>
                  </a:lnTo>
                  <a:lnTo>
                    <a:pt x="18288000" y="10287000"/>
                  </a:lnTo>
                  <a:lnTo>
                    <a:pt x="0" y="102870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</p:sp>
      </p:grpSp>
      <p:sp>
        <p:nvSpPr>
          <p:cNvPr id="6" name="TextBox 6"/>
          <p:cNvSpPr>
            <a:extLst>
              <a:ext uri="smNativeData">
                <pr:smNativeData xmlns:pr="smNativeData" xmlns="smNativeData" val="SMDATA_15_NH3EaB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fwQAAD4DAACcJAAAjAcAABAgAAAmAAAACAAAAP//////////"/>
              </a:ext>
            </a:extLst>
          </p:cNvSpPr>
          <p:nvPr/>
        </p:nvSpPr>
        <p:spPr>
          <a:xfrm>
            <a:off x="730885" y="527050"/>
            <a:ext cx="5220335" cy="69977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 algn="l">
              <a:lnSpc>
                <a:spcPts val="5125"/>
              </a:lnSpc>
              <a:defRPr lang="en-us"/>
            </a:pPr>
            <a:r>
              <a:rPr lang="en-us" sz="4060" cap="none">
                <a:solidFill>
                  <a:srgbClr val="201B18"/>
                </a:solidFill>
                <a:latin typeface="Arimo" pitchFamily="0" charset="1"/>
                <a:ea typeface="Arimo" pitchFamily="0" charset="1"/>
                <a:cs typeface="Arimo" pitchFamily="0" charset="1"/>
              </a:rPr>
              <a:t>Activity диаграма</a:t>
            </a:r>
            <a:endParaRPr lang="en-us" sz="4060" cap="none">
              <a:solidFill>
                <a:srgbClr val="201B18"/>
              </a:solidFill>
              <a:latin typeface="Arimo" pitchFamily="0" charset="1"/>
              <a:ea typeface="Arimo" pitchFamily="0" charset="1"/>
              <a:cs typeface="Arimo" pitchFamily="0" charset="1"/>
            </a:endParaRPr>
          </a:p>
        </p:txBody>
      </p:sp>
      <p:grpSp>
        <p:nvGrpSpPr>
          <p:cNvPr id="7" name="Group 7"/>
          <p:cNvGrpSpPr>
            <a:extLst>
              <a:ext uri="smNativeData">
                <pr:smNativeData xmlns:pr="smNativeData" xmlns="smNativeData" val="SMDATA_6_NH3EaBMAAAAlAAAAAQAAAA8BAAAAkAAAAEgAAACQAAAASAAAAAAAAAAAAAAAAAAAABcAAAAUAAAAAAAAAAAAAAD/fwAA/38AAAAAAAAJAAAABAAAAADldQYfAAAAVAAAAAAAAAAAAAAAAAAAAAAAAAAAAAAAAAAAAAAAAAAAAAAAAAAAAAAAAAAAAAAAAAAAAAAAAAAAAAAAAAAAAAAAAAAAAAAAAAAAAAAAAAAAAAAAAAAAACEAAAAYAAAAFAAAAH8EAAAhDgAAThUAAE06AAAQAAAAJgAAAAgAAAD/////AAAAAA=="/>
              </a:ext>
            </a:extLst>
          </p:cNvGrpSpPr>
          <p:nvPr/>
        </p:nvGrpSpPr>
        <p:grpSpPr>
          <a:xfrm>
            <a:off x="730885" y="2296795"/>
            <a:ext cx="2732405" cy="7180580"/>
            <a:chOff x="730885" y="2296795"/>
            <a:chExt cx="2732405" cy="7180580"/>
          </a:xfrm>
        </p:grpSpPr>
        <p:sp>
          <p:nvSpPr>
            <p:cNvPr id="8" name="Freeform 8" descr="preencoded.png"/>
            <p:cNvSpPr>
              <a:extLst>
                <a:ext uri="smNativeData">
                  <pr:smNativeData xmlns:pr="smNativeData" xmlns="smNativeData" val="SMDATA_15_NH3EaBMAAAAlAAAACwAAAA0AAAAAAAAAAAAAAABpFgAA5joAAAAAAAAAAAAAAAAAAAEAAABQAAAAAAAAAAAA4D8AAAAAAADgPwAAAAAAAOA/AAAAAAAA4D8AAAAAAADgPwAAAAAAAOA/AAAAAAAA4D8AAAAAAADgPwAAAAAAAOA/AAAAAAAA4D8CAAAAjAAAAAEAAAACAAAA////AP///wgAAAAAAAAAALJAOib8gSpMhagjo4Vd5fcB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D/////AAAAAP////8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fwQAACEOAABOFQAATToAAAAAAAAmAAAACAAAAP//////////"/>
                </a:ext>
              </a:extLst>
            </p:cNvSpPr>
            <p:nvPr/>
          </p:nvSpPr>
          <p:spPr>
            <a:xfrm>
              <a:off x="730885" y="2296795"/>
              <a:ext cx="2732405" cy="7180580"/>
            </a:xfrm>
            <a:custGeom>
              <a:avLst/>
              <a:gdLst/>
              <a:ahLst/>
              <a:cxnLst/>
              <a:rect l="0" t="0" r="2732405" b="7180580"/>
              <a:pathLst>
                <a:path w="2732405" h="7180580">
                  <a:moveTo>
                    <a:pt x="0" y="0"/>
                  </a:moveTo>
                  <a:lnTo>
                    <a:pt x="2732405" y="0"/>
                  </a:lnTo>
                  <a:lnTo>
                    <a:pt x="2732405" y="7180580"/>
                  </a:lnTo>
                  <a:lnTo>
                    <a:pt x="0" y="71805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rcRect/>
              <a:stretch>
                <a:fillRect l="-10" t="0" r="-10" b="0"/>
              </a:stretch>
            </a:blipFill>
            <a:ln>
              <a:noFill/>
            </a:ln>
            <a:effectLst/>
          </p:spPr>
        </p:sp>
      </p:grpSp>
      <p:grpSp>
        <p:nvGrpSpPr>
          <p:cNvPr id="9" name="Group 9"/>
          <p:cNvGrpSpPr>
            <a:extLst>
              <a:ext uri="smNativeData">
                <pr:smNativeData xmlns:pr="smNativeData" xmlns="smNativeData" val="SMDATA_6_NH3EaBMAAAAlAAAAAQAAAA8BAAAAkAAAAEgAAACQAAAASAAAAAAAAAAAAAAAAAAAABcAAAAUAAAAAAAAAAAAAAD/fwAA/38AAAAAAAAJAAAABAAAAKjkdQYfAAAAVAAAAAAAAAAAAAAAAAAAAAAAAAAAAAAAAAAAAAAAAAAAAAAAAAAAAAAAAAAAAAAAAAAAAAAAAAAAAAAAAAAAAAAAAAAAAAAAAAAAAAAAAAAAAAAAAAAAACEAAAAYAAAAFAAAABkoAAAhDgAApj4AABQuAAAQAAAAJgAAAAgAAAD/////AAAAAA=="/>
              </a:ext>
            </a:extLst>
          </p:cNvGrpSpPr>
          <p:nvPr/>
        </p:nvGrpSpPr>
        <p:grpSpPr>
          <a:xfrm>
            <a:off x="6518275" y="2296795"/>
            <a:ext cx="3665855" cy="5193665"/>
            <a:chOff x="6518275" y="2296795"/>
            <a:chExt cx="3665855" cy="5193665"/>
          </a:xfrm>
        </p:grpSpPr>
        <p:sp>
          <p:nvSpPr>
            <p:cNvPr id="10" name="Freeform 10" descr="preencoded.png"/>
            <p:cNvSpPr>
              <a:extLst>
                <a:ext uri="smNativeData">
                  <pr:smNativeData xmlns:pr="smNativeData" xmlns="smNativeData" val="SMDATA_15_NH3EaBMAAAAlAAAACwAAAA0AAAAAAAAAAAAAAAASHgAAmSoAAAAAAAAAAAAAAAAAAAEAAABQAAAAAAAAAAAA4D8AAAAAAADgPwAAAAAAAOA/AAAAAAAA4D8AAAAAAADgPwAAAAAAAOA/AAAAAAAA4D8AAAAAAADgPwAAAAAAAOA/AAAAAAAA4D8CAAAAjAAAAAEAAAACAAAA////AP///wgAAAAAAAAAAErZVfCFoFBDk+c6Wl95XxgB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D9////AAAAAP3///8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GSgAACEOAACmPgAAFC4AAAAAAAAmAAAACAAAAP//////////"/>
                </a:ext>
              </a:extLst>
            </p:cNvSpPr>
            <p:nvPr/>
          </p:nvSpPr>
          <p:spPr>
            <a:xfrm>
              <a:off x="6518275" y="2296795"/>
              <a:ext cx="3665855" cy="5193665"/>
            </a:xfrm>
            <a:custGeom>
              <a:avLst/>
              <a:gdLst/>
              <a:ahLst/>
              <a:cxnLst/>
              <a:rect l="0" t="0" r="3665855" b="5193665"/>
              <a:pathLst>
                <a:path w="3665855" h="5193665">
                  <a:moveTo>
                    <a:pt x="0" y="0"/>
                  </a:moveTo>
                  <a:lnTo>
                    <a:pt x="3665855" y="0"/>
                  </a:lnTo>
                  <a:lnTo>
                    <a:pt x="3665855" y="5193665"/>
                  </a:lnTo>
                  <a:lnTo>
                    <a:pt x="0" y="51936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rcRect/>
              <a:stretch>
                <a:fillRect l="-30" t="0" r="-30" b="0"/>
              </a:stretch>
            </a:blipFill>
            <a:ln>
              <a:noFill/>
            </a:ln>
            <a:effectLst/>
          </p:spPr>
        </p:sp>
      </p:grpSp>
      <p:grpSp>
        <p:nvGrpSpPr>
          <p:cNvPr id="11" name="Group 11"/>
          <p:cNvGrpSpPr>
            <a:extLst>
              <a:ext uri="smNativeData">
                <pr:smNativeData xmlns:pr="smNativeData" xmlns="smNativeData" val="SMDATA_6_NH3EaBMAAAAlAAAAAQAAAA8BAAAAkAAAAEgAAACQAAAASAAAAAAAAAAAAAAAAAAAABcAAAAUAAAAAAAAAAAAAAD/fwAA/38AAAAAAAAJAAAABAAAALBusBQfAAAAVAAAAAAAAAAAAAAAAAAAAAAAAAAAAAAAAAAAAAAAAAAAAAAAAAAAAAAAAAAAAAAAAAAAAAAAAAAAAAAAAAAAAAAAAAAAAAAAAAAAAAAAAAAAAAAAAAAAACEAAAAYAAAAFAAAAEdKAAAkEwAAQGAAAB0pAAAQAAAAJgAAAAgAAAD/////AAAAAA=="/>
              </a:ext>
            </a:extLst>
          </p:cNvGrpSpPr>
          <p:nvPr/>
        </p:nvGrpSpPr>
        <p:grpSpPr>
          <a:xfrm>
            <a:off x="12074525" y="3111500"/>
            <a:ext cx="3571875" cy="3571875"/>
            <a:chOff x="12074525" y="3111500"/>
            <a:chExt cx="3571875" cy="3571875"/>
          </a:xfrm>
        </p:grpSpPr>
        <p:sp>
          <p:nvSpPr>
            <p:cNvPr id="12" name="Freeform 12"/>
            <p:cNvSpPr>
              <a:extLst>
                <a:ext uri="smNativeData">
                  <pr:smNativeData xmlns:pr="smNativeData" xmlns="smNativeData" val="SMDATA_15_NH3EaBMAAAAlAAAACwAAAA0AAAAAAAAAAAAAAABMHQAATB0AAAAAAAAAAAAAAAAAAAEAAABQAAAAAAAAAAAA4D8AAAAAAADgPwAAAAAAAOA/AAAAAAAA4D8AAAAAAADgPwAAAAAAAOA/AAAAAAAA4D8AAAAAAADgPwAAAAAAAOA/AAAAAAAA4D8CAAAAjAAAAAEAAAACAAAA////AP///wgAAAAAAAAAAJHAY6TUxw5DobzUGPe+FZIB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R0oAACQTAABAYAAAHSkAAAAAAAAmAAAACAAAAP//////////"/>
                </a:ext>
              </a:extLst>
            </p:cNvSpPr>
            <p:nvPr/>
          </p:nvSpPr>
          <p:spPr>
            <a:xfrm>
              <a:off x="12074525" y="3111500"/>
              <a:ext cx="3571875" cy="3571875"/>
            </a:xfrm>
            <a:custGeom>
              <a:avLst/>
              <a:gdLst/>
              <a:ahLst/>
              <a:cxnLst/>
              <a:rect l="0" t="0" r="3571875" b="3571875"/>
              <a:pathLst>
                <a:path w="3571875" h="3571875">
                  <a:moveTo>
                    <a:pt x="0" y="0"/>
                  </a:moveTo>
                  <a:lnTo>
                    <a:pt x="3571875" y="0"/>
                  </a:lnTo>
                  <a:lnTo>
                    <a:pt x="3571875" y="3571875"/>
                  </a:lnTo>
                  <a:lnTo>
                    <a:pt x="0" y="35718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/>
              <a:stretch/>
            </a:blipFill>
            <a:ln>
              <a:noFill/>
            </a:ln>
            <a:effectLst/>
          </p:spPr>
        </p:sp>
      </p:grpSp>
    </p:spTree>
  </p:cSld>
  <p:clrMapOvr>
    <a:masterClrMapping/>
  </p:clrMapOvr>
  <p:transition spd="fast" p14:dur="800">
    <p:fade/>
    <p:extLst>
      <p:ext uri="smNativeData">
        <pr:smNativeData xmlns:pr="smNativeData" xmlns="smNativeData" val="NH3EaAAAAAAgAwAAAAAAAAYAAAAAAAAAAAAAAAAAAAAAAAAAAQAAAAAAAAAAAAAAAAAAAAAAAAAAAAAA" duo="NH3EaAAAAAAAAAAAAAAAAAAAAAA="/>
      </p:ext>
    </p:extLst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extLst>
              <a:ext uri="smNativeData">
                <pr:smNativeData xmlns:pr="smNativeData" xmlns="smNativeData" val="SMDATA_6_NH3EaBMAAAAlAAAAAQAAAA8BAAAAkAAAAEgAAACQAAAASAAAAAAAAAAAAAAAAAAAABcAAAAUAAAAAAAAAAAAAAD/fwAA/38AAAAAAAAJAAAABAAAAFAIwhQfAAAAVAAAAAAAAAAAAAAAAAAAAAAAAAAAAAAAAAAAAAAAAAAAAAAAAAAAAAAAAAAAAAAAAAAAAAAAAAAAAAAAAAAAAAAAAAAAAAAAAAAAAAAAAAAAAAAAAAAAACEAAAAYAAAAFAAAAAAAAAAAAAAAgHAAAEg/AAAQAAAAJgAAAAgAAAD/////AAAAAA=="/>
              </a:ext>
            </a:extLst>
          </p:cNvGrpSpPr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sp>
          <p:nvSpPr>
            <p:cNvPr id="3" name="Freeform 3"/>
            <p:cNvSpPr>
              <a:extLst>
                <a:ext uri="smNativeData">
                  <pr:smNativeData xmlns:pr="smNativeData" xmlns="smNativeData" val="SMDATA_15_NH3EaBMAAAAlAAAACwAAAA0AAAAAAAAAAAAAAAAAlgAAYFQAAAAAAAAAAAAAAAAAAAEAAABQAAAAAAAAAAAA4D8AAAAAAADgPwAAAAAAAOA/AAAAAAAA4D8AAAAAAADgPwAAAAAAAOA/AAAAAAAA4D8AAAAAAADgPwAAAAAAAOA/AAAAAAAA4D8CAAAAjAAAAAEAAAAAAAAA9/Pw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BYDWFw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9/PwAP///wEAAAAAAAAAAAAAAAAAAAAAAAAAAAAAAAAAAAAAAAAAAAAAAAB/f38A7uzhA8zMzADAwP8Af39/AAAAAAAAAAAAAAAAAAAAAAAAAAAAIQAAABgAAAAUAAAAAAAAAAAAAACAcAAASD8AAAAAAAAmAAAACAAAAP//////////"/>
                </a:ext>
              </a:extLst>
            </p:cNvSpPr>
            <p:nvPr/>
          </p:nvSpPr>
          <p:spPr>
            <a:xfrm>
              <a:off x="0" y="0"/>
              <a:ext cx="18288000" cy="10287000"/>
            </a:xfrm>
            <a:custGeom>
              <a:avLst/>
              <a:gdLst/>
              <a:ahLst/>
              <a:cxnLst/>
              <a:rect l="0" t="0" r="18288000" b="10287000"/>
              <a:pathLst>
                <a:path w="18288000" h="10287000">
                  <a:moveTo>
                    <a:pt x="0" y="0"/>
                  </a:moveTo>
                  <a:lnTo>
                    <a:pt x="18288000" y="0"/>
                  </a:lnTo>
                  <a:lnTo>
                    <a:pt x="18288000" y="10287000"/>
                  </a:lnTo>
                  <a:lnTo>
                    <a:pt x="0" y="10287000"/>
                  </a:lnTo>
                  <a:close/>
                </a:path>
              </a:pathLst>
            </a:custGeom>
            <a:solidFill>
              <a:srgbClr val="F7F3F0"/>
            </a:solidFill>
            <a:ln>
              <a:noFill/>
            </a:ln>
            <a:effectLst/>
          </p:spPr>
        </p:sp>
      </p:grpSp>
      <p:grpSp>
        <p:nvGrpSpPr>
          <p:cNvPr id="4" name="Group 4"/>
          <p:cNvGrpSpPr>
            <a:extLst>
              <a:ext uri="smNativeData">
                <pr:smNativeData xmlns:pr="smNativeData" xmlns="smNativeData" val="SMDATA_6_NH3EaBMAAAAlAAAAAQAAAA8BAAAAkAAAAEgAAACQAAAASAAAAAAAAAAAAAAAAAAAABcAAAAUAAAAAAAAAAAAAAD/fwAA/38AAAAAAAAJAAAABAAAAADldQYfAAAAVAAAAAAAAAAAAAAAAAAAAAAAAAAAAAAAAAAAAAAAAAAAAAAAAAAAAAAAAAAAAAAAAAAAAAAAAAAAAAAAAAAAAAAAAAAAAAAAAAAAAAAAAAAAAAAAAAAAACEAAAAYAAAAFAAAAAAAAAAAAAAAgHAAAEg/AAAQAAAAJgAAAAgAAAD/////AAAAAA=="/>
              </a:ext>
            </a:extLst>
          </p:cNvGrpSpPr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sp>
          <p:nvSpPr>
            <p:cNvPr id="5" name="Freeform 5"/>
            <p:cNvSpPr>
              <a:extLst>
                <a:ext uri="smNativeData">
                  <pr:smNativeData xmlns:pr="smNativeData" xmlns="smNativeData" val="SMDATA_15_NH3EaBMAAAAlAAAACwAAAA0AAAAAAAAAAAAAAAAAlgAAYFQAAAAAAAAAAAAAAAAAAAEAAABQAAAAAAAAAAAA4D8AAAAAAADgPwAAAAAAAOA/AAAAAAAA4D8AAAAAAADgPwAAAAAAAOA/AAAAAAAA4D8AAAAAAADgPwAAAAAAAOA/AAAAAAAA4D8CAAAAjAAAAAE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Fl0t2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AAAAAAAAAACAcAAASD8AAAAAAAAmAAAACAAAAP//////////"/>
                </a:ext>
              </a:extLst>
            </p:cNvSpPr>
            <p:nvPr/>
          </p:nvSpPr>
          <p:spPr>
            <a:xfrm>
              <a:off x="0" y="0"/>
              <a:ext cx="18288000" cy="10287000"/>
            </a:xfrm>
            <a:custGeom>
              <a:avLst/>
              <a:gdLst/>
              <a:ahLst/>
              <a:cxnLst/>
              <a:rect l="0" t="0" r="18288000" b="10287000"/>
              <a:pathLst>
                <a:path w="18288000" h="10287000">
                  <a:moveTo>
                    <a:pt x="0" y="0"/>
                  </a:moveTo>
                  <a:lnTo>
                    <a:pt x="18288000" y="0"/>
                  </a:lnTo>
                  <a:lnTo>
                    <a:pt x="18288000" y="10287000"/>
                  </a:lnTo>
                  <a:lnTo>
                    <a:pt x="0" y="102870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</p:sp>
      </p:grpSp>
      <p:sp>
        <p:nvSpPr>
          <p:cNvPr id="6" name="TextBox 6"/>
          <p:cNvSpPr>
            <a:extLst>
              <a:ext uri="smNativeData">
                <pr:smNativeData xmlns:pr="smNativeData" xmlns="smNativeData" val="SMDATA_15_NH3EaB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Lor+3s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AAYAAF0EAADZMAAAEgoAABAgAAAmAAAACAAAAP//////////"/>
              </a:ext>
            </a:extLst>
          </p:cNvSpPr>
          <p:nvPr/>
        </p:nvSpPr>
        <p:spPr>
          <a:xfrm>
            <a:off x="975360" y="709295"/>
            <a:ext cx="6965315" cy="92773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 algn="l">
              <a:lnSpc>
                <a:spcPts val="6810"/>
              </a:lnSpc>
              <a:defRPr lang="en-us"/>
            </a:pPr>
            <a:r>
              <a:rPr lang="en-us" sz="5435" cap="none">
                <a:solidFill>
                  <a:srgbClr val="201B18"/>
                </a:solidFill>
                <a:latin typeface="Arimo" pitchFamily="0" charset="1"/>
                <a:ea typeface="Arimo" pitchFamily="0" charset="1"/>
                <a:cs typeface="Arimo" pitchFamily="0" charset="1"/>
              </a:rPr>
              <a:t>Sequence диаграма</a:t>
            </a:r>
            <a:endParaRPr lang="en-us" sz="5435" cap="none">
              <a:solidFill>
                <a:srgbClr val="201B18"/>
              </a:solidFill>
              <a:latin typeface="Arimo" pitchFamily="0" charset="1"/>
              <a:ea typeface="Arimo" pitchFamily="0" charset="1"/>
              <a:cs typeface="Arimo" pitchFamily="0" charset="1"/>
            </a:endParaRPr>
          </a:p>
        </p:txBody>
      </p:sp>
      <p:grpSp>
        <p:nvGrpSpPr>
          <p:cNvPr id="7" name="Group 7"/>
          <p:cNvGrpSpPr>
            <a:extLst>
              <a:ext uri="smNativeData">
                <pr:smNativeData xmlns:pr="smNativeData" xmlns="smNativeData" val="SMDATA_6_NH3EaBMAAAAlAAAAAQAAAA8BAAAAkAAAAEgAAACQAAAASAAAAAAAAAAAAAAAAAAAABcAAAAUAAAAAAAAAAAAAAD/fwAA/38AAAAAAAAJAAAABAAAAADldQYfAAAAVAAAAAAAAAAAAAAAAAAAAAAAAAAAAAAAAAAAAAAAAAAAAAAAAAAAAAAAAAAAAAAAAAAAAAAAAAAAAAAAAAAAAAAAAAAAAAAAAAAAAAAAAAAAAAAAAAAAACEAAAAYAAAAFAAAAAAGAAB/DQAAgGoAAHo7AAAQAAAAJgAAAAgAAAD/////AAAAAA=="/>
              </a:ext>
            </a:extLst>
          </p:cNvGrpSpPr>
          <p:nvPr/>
        </p:nvGrpSpPr>
        <p:grpSpPr>
          <a:xfrm>
            <a:off x="975360" y="2193925"/>
            <a:ext cx="16337280" cy="7474585"/>
            <a:chOff x="975360" y="2193925"/>
            <a:chExt cx="16337280" cy="7474585"/>
          </a:xfrm>
        </p:grpSpPr>
        <p:sp>
          <p:nvSpPr>
            <p:cNvPr id="8" name="Freeform 8" descr="preencoded.png"/>
            <p:cNvSpPr>
              <a:extLst>
                <a:ext uri="smNativeData">
                  <pr:smNativeData xmlns:pr="smNativeData" xmlns="smNativeData" val="SMDATA_15_NH3EaBMAAAAlAAAACwAAAA0AAAAAAAAAAAAAAAABhgAATj0AAAAAAAAAAAAAAAAAAAEAAABQAAAAAAAAAAAA4D8AAAAAAADgPwAAAAAAAOA/AAAAAAAA4D8AAAAAAADgPwAAAAAAAOA/AAAAAAAA4D8AAAAAAADgPwAAAAAAAOA/AAAAAAAA4D8CAAAAjAAAAAEAAAACAAAA////AP///wgAAAAAAAAAAMvdv66qqLlCtjrYFM082y8B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DvSxOAeAAAAaAAAAAAAAAAAAAAA/v///wAAAAD+////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AAYAAH8NAACAagAAejsAAAAAAAAmAAAACAAAAP//////////"/>
                </a:ext>
              </a:extLst>
            </p:cNvSpPr>
            <p:nvPr/>
          </p:nvSpPr>
          <p:spPr>
            <a:xfrm>
              <a:off x="975360" y="2193925"/>
              <a:ext cx="16337280" cy="7474585"/>
            </a:xfrm>
            <a:custGeom>
              <a:avLst/>
              <a:gdLst/>
              <a:ahLst/>
              <a:cxnLst/>
              <a:rect l="0" t="0" r="16337280" b="7474585"/>
              <a:pathLst>
                <a:path w="16337280" h="7474585">
                  <a:moveTo>
                    <a:pt x="0" y="0"/>
                  </a:moveTo>
                  <a:lnTo>
                    <a:pt x="16337280" y="0"/>
                  </a:lnTo>
                  <a:lnTo>
                    <a:pt x="16337280" y="7474585"/>
                  </a:lnTo>
                  <a:lnTo>
                    <a:pt x="0" y="74745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rcRect/>
              <a:stretch>
                <a:fillRect l="0" t="-20" r="0" b="-20"/>
              </a:stretch>
            </a:blipFill>
            <a:ln>
              <a:noFill/>
            </a:ln>
            <a:effectLst/>
          </p:spPr>
        </p:sp>
      </p:grpSp>
    </p:spTree>
  </p:cSld>
  <p:clrMapOvr>
    <a:masterClrMapping/>
  </p:clrMapOvr>
  <p:transition spd="fast" p14:dur="800">
    <p:fade/>
    <p:extLst>
      <p:ext uri="smNativeData">
        <pr:smNativeData xmlns:pr="smNativeData" xmlns="smNativeData" val="NH3EaAAAAAAgAwAAAAAAAAYAAAAAAAAAAAAAAAAAAAAAAAAAAQAAAAAAAAAAAAAAAAAAAAAAAAAAAAAA" duo="NH3EaAAAAAAAAAAAAAAAAAAAAAA="/>
      </p:ext>
    </p:extLst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extLst>
              <a:ext uri="smNativeData">
                <pr:smNativeData xmlns:pr="smNativeData" xmlns="smNativeData" val="SMDATA_6_NH3EaBMAAAAlAAAAAQAAAA8BAAAAkAAAAEgAAACQAAAASAAAAAAAAAAAAAAAAAAAABcAAAAUAAAAAAAAAAAAAAD/fwAA/38AAAAAAAAJAAAABAAAAHjedQYfAAAAVAAAAAAAAAAAAAAAAAAAAAAAAAAAAAAAAAAAAAAAAAAAAAAAAAAAAAAAAAAAAAAAAAAAAAAAAAAAAAAAAAAAAAAAAAAAAAAAAAAAAAAAAAAAAAAAAAAAACEAAAAYAAAAFAAAAAAAAAAAAAAAgHAAAEg/AAAQAAAAJgAAAAgAAAD/////AAAAAA=="/>
              </a:ext>
            </a:extLst>
          </p:cNvGrpSpPr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sp>
          <p:nvSpPr>
            <p:cNvPr id="3" name="Freeform 3"/>
            <p:cNvSpPr>
              <a:extLst>
                <a:ext uri="smNativeData">
                  <pr:smNativeData xmlns:pr="smNativeData" xmlns="smNativeData" val="SMDATA_15_NH3EaBMAAAAlAAAACwAAAA0AAAAAAAAAAAAAAAAAlgAAYFQAAAAAAAAAAAAAAAAAAAEAAABQAAAAAAAAAAAA4D8AAAAAAADgPwAAAAAAAOA/AAAAAAAA4D8AAAAAAADgPwAAAAAAAOA/AAAAAAAA4D8AAAAAAADgPwAAAAAAAOA/AAAAAAAA4D8CAAAAjAAAAAEAAAAAAAAA9/Pw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C+Zsg4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9/PwAP///wEAAAAAAAAAAAAAAAAAAAAAAAAAAAAAAAAAAAAAAAAAAAAAAAB/f38A7uzhA8zMzADAwP8Af39/AAAAAAAAAAAAAAAAAAAAAAAAAAAAIQAAABgAAAAUAAAAAAAAAAAAAACAcAAASD8AAAAAAAAmAAAACAAAAP//////////"/>
                </a:ext>
              </a:extLst>
            </p:cNvSpPr>
            <p:nvPr/>
          </p:nvSpPr>
          <p:spPr>
            <a:xfrm>
              <a:off x="0" y="0"/>
              <a:ext cx="18288000" cy="10287000"/>
            </a:xfrm>
            <a:custGeom>
              <a:avLst/>
              <a:gdLst/>
              <a:ahLst/>
              <a:cxnLst/>
              <a:rect l="0" t="0" r="18288000" b="10287000"/>
              <a:pathLst>
                <a:path w="18288000" h="10287000">
                  <a:moveTo>
                    <a:pt x="0" y="0"/>
                  </a:moveTo>
                  <a:lnTo>
                    <a:pt x="18288000" y="0"/>
                  </a:lnTo>
                  <a:lnTo>
                    <a:pt x="18288000" y="10287000"/>
                  </a:lnTo>
                  <a:lnTo>
                    <a:pt x="0" y="10287000"/>
                  </a:lnTo>
                  <a:close/>
                </a:path>
              </a:pathLst>
            </a:custGeom>
            <a:solidFill>
              <a:srgbClr val="F7F3F0"/>
            </a:solidFill>
            <a:ln>
              <a:noFill/>
            </a:ln>
            <a:effectLst/>
          </p:spPr>
        </p:sp>
      </p:grpSp>
      <p:grpSp>
        <p:nvGrpSpPr>
          <p:cNvPr id="4" name="Group 4"/>
          <p:cNvGrpSpPr>
            <a:extLst>
              <a:ext uri="smNativeData">
                <pr:smNativeData xmlns:pr="smNativeData" xmlns="smNativeData" val="SMDATA_6_NH3EaBMAAAAlAAAAAQAAAA8BAAAAkAAAAEgAAACQAAAASAAAAAAAAAAAAAAAAAAAABcAAAAUAAAAAAAAAAAAAAD/fwAA/38AAAAAAAAJAAAABAAAAABEAAkfAAAAVAAAAAAAAAAAAAAAAAAAAAAAAAAAAAAAAAAAAAAAAAAAAAAAAAAAAAAAAAAAAAAAAAAAAAAAAAAAAAAAAAAAAAAAAAAAAAAAAAAAAAAAAAAAAAAAAAAAACEAAAAYAAAAFAAAAAAAAAAAAAAAgHAAAEg/AAAQAAAAJgAAAAgAAAD/////AAAAAA=="/>
              </a:ext>
            </a:extLst>
          </p:cNvGrpSpPr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sp>
          <p:nvSpPr>
            <p:cNvPr id="5" name="Freeform 5"/>
            <p:cNvSpPr>
              <a:extLst>
                <a:ext uri="smNativeData">
                  <pr:smNativeData xmlns:pr="smNativeData" xmlns="smNativeData" val="SMDATA_15_NH3EaBMAAAAlAAAACwAAAA0AAAAAAAAAAAAAAAAAlgAAYFQAAAAAAAAAAAAAAAAAAAEAAABQAAAAAAAAAAAA4D8AAAAAAADgPwAAAAAAAOA/AAAAAAAA4D8AAAAAAADgPwAAAAAAAOA/AAAAAAAA4D8AAAAAAADgPwAAAAAAAOA/AAAAAAAA4D8CAAAAjAAAAAE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OrbFo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AAAAAAAAAACAcAAASD8AAAAAAAAmAAAACAAAAP//////////"/>
                </a:ext>
              </a:extLst>
            </p:cNvSpPr>
            <p:nvPr/>
          </p:nvSpPr>
          <p:spPr>
            <a:xfrm>
              <a:off x="0" y="0"/>
              <a:ext cx="18288000" cy="10287000"/>
            </a:xfrm>
            <a:custGeom>
              <a:avLst/>
              <a:gdLst/>
              <a:ahLst/>
              <a:cxnLst/>
              <a:rect l="0" t="0" r="18288000" b="10287000"/>
              <a:pathLst>
                <a:path w="18288000" h="10287000">
                  <a:moveTo>
                    <a:pt x="0" y="0"/>
                  </a:moveTo>
                  <a:lnTo>
                    <a:pt x="18288000" y="0"/>
                  </a:lnTo>
                  <a:lnTo>
                    <a:pt x="18288000" y="10287000"/>
                  </a:lnTo>
                  <a:lnTo>
                    <a:pt x="0" y="102870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</p:sp>
      </p:grpSp>
      <p:sp>
        <p:nvSpPr>
          <p:cNvPr id="6" name="TextBox 6"/>
          <p:cNvSpPr>
            <a:extLst>
              <a:ext uri="smNativeData">
                <pr:smNativeData xmlns:pr="smNativeData" xmlns="smNativeData" val="SMDATA_15_NH3EaB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qQUAABgEAAAVLgAAfwkAABAgAAAmAAAACAAAAP//////////"/>
              </a:ext>
            </a:extLst>
          </p:cNvSpPr>
          <p:nvPr/>
        </p:nvSpPr>
        <p:spPr>
          <a:xfrm>
            <a:off x="920115" y="665480"/>
            <a:ext cx="6570980" cy="87820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 algn="l">
              <a:lnSpc>
                <a:spcPts val="6435"/>
              </a:lnSpc>
              <a:defRPr lang="en-us"/>
            </a:pPr>
            <a:r>
              <a:rPr lang="en-us" sz="5125" cap="none">
                <a:solidFill>
                  <a:srgbClr val="201B18"/>
                </a:solidFill>
                <a:latin typeface="Arimo" pitchFamily="0" charset="1"/>
                <a:ea typeface="Arimo" pitchFamily="0" charset="1"/>
                <a:cs typeface="Arimo" pitchFamily="0" charset="1"/>
              </a:rPr>
              <a:t>Прототип</a:t>
            </a:r>
            <a:endParaRPr lang="en-us" sz="5125" cap="none">
              <a:solidFill>
                <a:srgbClr val="201B18"/>
              </a:solidFill>
              <a:latin typeface="Arimo" pitchFamily="0" charset="1"/>
              <a:ea typeface="Arimo" pitchFamily="0" charset="1"/>
              <a:cs typeface="Arimo" pitchFamily="0" charset="1"/>
            </a:endParaRPr>
          </a:p>
        </p:txBody>
      </p:sp>
      <p:grpSp>
        <p:nvGrpSpPr>
          <p:cNvPr id="7" name="Group 7"/>
          <p:cNvGrpSpPr>
            <a:extLst>
              <a:ext uri="smNativeData">
                <pr:smNativeData xmlns:pr="smNativeData" xmlns="smNativeData" val="SMDATA_6_NH3EaBMAAAAlAAAAAQAAAA8BAAAAkAAAAEgAAACQAAAASAAAAAAAAAAAAAAAAAAAABcAAAAUAAAAAAAAAAAAAAD/fwAA/38AAAAAAAAJAAAABAAAAP////8fAAAAVAAAAAAAAAAAAAAAAAAAAAAAAAAAAAAAAAAAAAAAAAAAAAAAAAAAAAAAAAAAAAAAAAAAAAAAAAAAAAAAAAAAAAAAAAAAAAAAAAAAAAAAAAAAAAAAAAAAACEAAAAYAAAAFAAAAKkFAAC7DAAA12oAAO0+AAAQAAAAJgAAAAgAAAD/////AAAAAA=="/>
              </a:ext>
            </a:extLst>
          </p:cNvGrpSpPr>
          <p:nvPr/>
        </p:nvGrpSpPr>
        <p:grpSpPr>
          <a:xfrm>
            <a:off x="920115" y="2069465"/>
            <a:ext cx="16447770" cy="8159750"/>
            <a:chOff x="920115" y="2069465"/>
            <a:chExt cx="16447770" cy="8159750"/>
          </a:xfrm>
        </p:grpSpPr>
        <p:sp>
          <p:nvSpPr>
            <p:cNvPr id="8" name="Freeform 8" descr="preencoded.png"/>
            <p:cNvSpPr>
              <a:extLst>
                <a:ext uri="smNativeData">
                  <pr:smNativeData xmlns:pr="smNativeData" xmlns="smNativeData" val="SMDATA_15_NH3EaBMAAAAlAAAACwAAAA0AAAAAAAAAAAAAAADphgAA7UIAAAAAAAAAAAAAAAAAAAEAAABQAAAAAAAAAAAA4D8AAAAAAADgPwAAAAAAAOA/AAAAAAAA4D8AAAAAAADgPwAAAAAAAOA/AAAAAAAA4D8AAAAAAADgPwAAAAAAAOA/AAAAAAAA4D8CAAAAjAAAAAEAAAACAAAA////AP///wgAAAAAAAAAALLGMGy+D6xKpbvWdtxl21kB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qTMPQeAAAAaAAAAAAAAAAAAAAA/////wAAAAD/////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qQUAALsMAADXagAA7T4AAAAAAAAmAAAACAAAAP//////////"/>
                </a:ext>
              </a:extLst>
            </p:cNvSpPr>
            <p:nvPr/>
          </p:nvSpPr>
          <p:spPr>
            <a:xfrm>
              <a:off x="920115" y="2069465"/>
              <a:ext cx="16447770" cy="8159750"/>
            </a:xfrm>
            <a:custGeom>
              <a:avLst/>
              <a:gdLst/>
              <a:ahLst/>
              <a:cxnLst/>
              <a:rect l="0" t="0" r="16447770" b="8159750"/>
              <a:pathLst>
                <a:path w="16447770" h="8159750">
                  <a:moveTo>
                    <a:pt x="0" y="0"/>
                  </a:moveTo>
                  <a:lnTo>
                    <a:pt x="16447770" y="0"/>
                  </a:lnTo>
                  <a:lnTo>
                    <a:pt x="16447770" y="8159750"/>
                  </a:lnTo>
                  <a:lnTo>
                    <a:pt x="0" y="8159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rcRect/>
              <a:stretch>
                <a:fillRect l="0" t="-10" r="0" b="-10"/>
              </a:stretch>
            </a:blipFill>
            <a:ln>
              <a:noFill/>
            </a:ln>
            <a:effectLst/>
          </p:spPr>
        </p:sp>
      </p:grpSp>
    </p:spTree>
  </p:cSld>
  <p:clrMapOvr>
    <a:masterClrMapping/>
  </p:clrMapOvr>
  <p:transition spd="fast" p14:dur="800">
    <p:fade/>
    <p:extLst>
      <p:ext uri="smNativeData">
        <pr:smNativeData xmlns:pr="smNativeData" xmlns="smNativeData" val="NH3EaAAAAAAgAwAAAAAAAAYAAAAAAAAAAAAAAAAAAAAAAAAAAQAAAAAAAAAAAAAAAAAAAAAAAAAAAAAA" duo="NH3EaAAAAAAAAAAAAAAAAAAAAAA="/>
      </p:ext>
    </p:extLst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extLst>
              <a:ext uri="smNativeData">
                <pr:smNativeData xmlns:pr="smNativeData" xmlns="smNativeData" val="SMDATA_6_NH3EaBMAAAAlAAAAAQAAAA8BAAAAkAAAAEgAAACQAAAASAAAAAAAAAAAAAAAAAAAABcAAAAUAAAAAAAAAAAAAAD/fwAA/38AAAAAAAAJAAAABAAAAP////8fAAAAVAAAAAAAAAAAAAAAAAAAAAAAAAAAAAAAAAAAAAAAAAAAAAAAAAAAAAAAAAAAAAAAAAAAAAAAAAAAAAAAAAAAAAAAAAAAAAAAAAAAAAAAAAAAAAAAAAAAACEAAAAYAAAAFAAAAAAAAAAAAAAAgHAAAEg/AAAQAAAAJgAAAAgAAAD/////AAAAAA=="/>
              </a:ext>
            </a:extLst>
          </p:cNvGrpSpPr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sp>
          <p:nvSpPr>
            <p:cNvPr id="3" name="Freeform 3"/>
            <p:cNvSpPr>
              <a:extLst>
                <a:ext uri="smNativeData">
                  <pr:smNativeData xmlns:pr="smNativeData" xmlns="smNativeData" val="SMDATA_15_NH3EaBMAAAAlAAAACwAAAA0AAAAAAAAAAAAAAAAAlgAAYFQAAAAAAAAAAAAAAAAAAAEAAABQAAAAAAAAAAAA4D8AAAAAAADgPwAAAAAAAOA/AAAAAAAA4D8AAAAAAADgPwAAAAAAAOA/AAAAAAAA4D8AAAAAAADgPwAAAAAAAOA/AAAAAAAA4D8CAAAAjAAAAAEAAAAAAAAA9/Pw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EqhSMI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9/PwAP///wEAAAAAAAAAAAAAAAAAAAAAAAAAAAAAAAAAAAAAAAAAAAAAAAB/f38A7uzhA8zMzADAwP8Af39/AAAAAAAAAAAAAAAAAAAAAAAAAAAAIQAAABgAAAAUAAAAAAAAAAAAAACAcAAASD8AAAAAAAAmAAAACAAAAP//////////"/>
                </a:ext>
              </a:extLst>
            </p:cNvSpPr>
            <p:nvPr/>
          </p:nvSpPr>
          <p:spPr>
            <a:xfrm>
              <a:off x="0" y="0"/>
              <a:ext cx="18288000" cy="10287000"/>
            </a:xfrm>
            <a:custGeom>
              <a:avLst/>
              <a:gdLst/>
              <a:ahLst/>
              <a:cxnLst/>
              <a:rect l="0" t="0" r="18288000" b="10287000"/>
              <a:pathLst>
                <a:path w="18288000" h="10287000">
                  <a:moveTo>
                    <a:pt x="0" y="0"/>
                  </a:moveTo>
                  <a:lnTo>
                    <a:pt x="18288000" y="0"/>
                  </a:lnTo>
                  <a:lnTo>
                    <a:pt x="18288000" y="10287000"/>
                  </a:lnTo>
                  <a:lnTo>
                    <a:pt x="0" y="10287000"/>
                  </a:lnTo>
                  <a:close/>
                </a:path>
              </a:pathLst>
            </a:custGeom>
            <a:solidFill>
              <a:srgbClr val="F7F3F0"/>
            </a:solidFill>
            <a:ln>
              <a:noFill/>
            </a:ln>
            <a:effectLst/>
          </p:spPr>
        </p:sp>
      </p:grpSp>
      <p:grpSp>
        <p:nvGrpSpPr>
          <p:cNvPr id="4" name="Group 4"/>
          <p:cNvGrpSpPr>
            <a:extLst>
              <a:ext uri="smNativeData">
                <pr:smNativeData xmlns:pr="smNativeData" xmlns="smNativeData" val="SMDATA_6_NH3EaBMAAAAlAAAAAQAAAA8BAAAAkAAAAEgAAACQAAAASAAAAAAAAAAAAAAAAAAAABcAAAAUAAAAAAAAAAAAAAD/fwAA/38AAAAAAAAJAAAABAAAAP////8fAAAAVAAAAAAAAAAAAAAAAAAAAAAAAAAAAAAAAAAAAAAAAAAAAAAAAAAAAAAAAAAAAAAAAAAAAAAAAAAAAAAAAAAAAAAAAAAAAAAAAAAAAAAAAAAAAAAAAAAAACEAAAAYAAAAFAAAAAAAAAAAAAAAgHAAAEg/AAAQAAAAJgAAAAgAAAD/////AAAAAA=="/>
              </a:ext>
            </a:extLst>
          </p:cNvGrpSpPr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sp>
          <p:nvSpPr>
            <p:cNvPr id="5" name="Freeform 5"/>
            <p:cNvSpPr>
              <a:extLst>
                <a:ext uri="smNativeData">
                  <pr:smNativeData xmlns:pr="smNativeData" xmlns="smNativeData" val="SMDATA_15_NH3EaBMAAAAlAAAACwAAAA0AAAAAAAAAAAAAAAAAlgAAYFQAAAAAAAAAAAAAAAAAAAEAAABQAAAAAAAAAAAA4D8AAAAAAADgPwAAAAAAAOA/AAAAAAAA4D8AAAAAAADgPwAAAAAAAOA/AAAAAAAA4D8AAAAAAADgPwAAAAAAAOA/AAAAAAAA4D8CAAAAjAAAAAE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JhAIB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AAAAAAAAAACAcAAASD8AAAAAAAAmAAAACAAAAP//////////"/>
                </a:ext>
              </a:extLst>
            </p:cNvSpPr>
            <p:nvPr/>
          </p:nvSpPr>
          <p:spPr>
            <a:xfrm>
              <a:off x="0" y="0"/>
              <a:ext cx="18288000" cy="10287000"/>
            </a:xfrm>
            <a:custGeom>
              <a:avLst/>
              <a:gdLst/>
              <a:ahLst/>
              <a:cxnLst/>
              <a:rect l="0" t="0" r="18288000" b="10287000"/>
              <a:pathLst>
                <a:path w="18288000" h="10287000">
                  <a:moveTo>
                    <a:pt x="0" y="0"/>
                  </a:moveTo>
                  <a:lnTo>
                    <a:pt x="18288000" y="0"/>
                  </a:lnTo>
                  <a:lnTo>
                    <a:pt x="18288000" y="10287000"/>
                  </a:lnTo>
                  <a:lnTo>
                    <a:pt x="0" y="102870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</p:sp>
      </p:grpSp>
      <p:sp>
        <p:nvSpPr>
          <p:cNvPr id="6" name="TextBox 6"/>
          <p:cNvSpPr>
            <a:extLst>
              <a:ext uri="smNativeData">
                <pr:smNativeData xmlns:pr="smNativeData" xmlns="smNativeData" val="SMDATA_15_NH3EaB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Nqo3Cc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DQMAACoCAADaGAAAHwUAABAgAAAmAAAACAAAAP//////////"/>
              </a:ext>
            </a:extLst>
          </p:cNvSpPr>
          <p:nvPr/>
        </p:nvSpPr>
        <p:spPr>
          <a:xfrm>
            <a:off x="495935" y="351790"/>
            <a:ext cx="3543935" cy="48069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 algn="l">
              <a:lnSpc>
                <a:spcPts val="3435"/>
              </a:lnSpc>
              <a:defRPr lang="en-us"/>
            </a:pPr>
            <a:r>
              <a:rPr lang="en-us" sz="2750" cap="none">
                <a:solidFill>
                  <a:srgbClr val="201B18"/>
                </a:solidFill>
                <a:latin typeface="Arimo" pitchFamily="0" charset="1"/>
                <a:ea typeface="Arimo" pitchFamily="0" charset="1"/>
                <a:cs typeface="Arimo" pitchFamily="0" charset="1"/>
              </a:rPr>
              <a:t>Прототип</a:t>
            </a:r>
            <a:endParaRPr lang="en-us" sz="2750" cap="none">
              <a:solidFill>
                <a:srgbClr val="201B18"/>
              </a:solidFill>
              <a:latin typeface="Arimo" pitchFamily="0" charset="1"/>
              <a:ea typeface="Arimo" pitchFamily="0" charset="1"/>
              <a:cs typeface="Arimo" pitchFamily="0" charset="1"/>
            </a:endParaRPr>
          </a:p>
        </p:txBody>
      </p:sp>
      <p:grpSp>
        <p:nvGrpSpPr>
          <p:cNvPr id="7" name="Group 7"/>
          <p:cNvGrpSpPr>
            <a:extLst>
              <a:ext uri="smNativeData">
                <pr:smNativeData xmlns:pr="smNativeData" xmlns="smNativeData" val="SMDATA_6_NH3EaBMAAAAlAAAAAQAAAA8BAAAAkAAAAEgAAACQAAAASAAAAAAAAAAAAAAAAAAAABcAAAAUAAAAAAAAAAAAAAD/fwAA/38AAAAAAAAJAAAABAAAAP////8fAAAAVAAAAAAAAAAAAAAAAAAAAAAAAAAAAAAAAAAAAAAAAAAAAAAAAAAAAAAAAAAAAAAAAAAAAAAAAAAAAAAAAAAAAAAAAAAAAAAAAAAAAAAAAAAAAAAAAAAAACEAAAAYAAAAFAAAAAAAAADAAwAAgHAAAIg7AAAQAAAAJgAAAAgAAAD/////AAAAAA=="/>
              </a:ext>
            </a:extLst>
          </p:cNvGrpSpPr>
          <p:nvPr/>
        </p:nvGrpSpPr>
        <p:grpSpPr>
          <a:xfrm>
            <a:off x="0" y="609600"/>
            <a:ext cx="18288000" cy="9067800"/>
            <a:chOff x="0" y="609600"/>
            <a:chExt cx="18288000" cy="9067800"/>
          </a:xfrm>
        </p:grpSpPr>
        <p:sp>
          <p:nvSpPr>
            <p:cNvPr id="8" name="Freeform 8" descr="A screenshot of a store  AI-generated content may be incorrect."/>
            <p:cNvSpPr>
              <a:extLst>
                <a:ext uri="smNativeData">
                  <pr:smNativeData xmlns:pr="smNativeData" xmlns="smNativeData" val="SMDATA_15_NH3EaBMAAAAlAAAACwAAAA0AAAAAAAAAAAAAAAAAlgAAX0oAAAAAAAAAAAAAAAAAAAEAAABQAAAAAAAAAAAA4D8AAAAAAADgPwAAAAAAAOA/AAAAAAAA4D8AAAAAAADgPwAAAAAAAOA/AAAAAAAA4D8AAAAAAADgPwAAAAAAAOA/AAAAAAAA4D8CAAAAjAAAAAEAAAACAAAA////AP///wgAAAAAAAAAAKuLThC/0GJLiODWo0HQpJMB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IFwqK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AAAAAMADAACAcAAAiDsAAAAAAAAmAAAACAAAAP//////////"/>
                </a:ext>
              </a:extLst>
            </p:cNvSpPr>
            <p:nvPr/>
          </p:nvSpPr>
          <p:spPr>
            <a:xfrm>
              <a:off x="0" y="609600"/>
              <a:ext cx="18288000" cy="9067800"/>
            </a:xfrm>
            <a:custGeom>
              <a:avLst/>
              <a:gdLst/>
              <a:ahLst/>
              <a:cxnLst/>
              <a:rect l="0" t="0" r="18288000" b="9067800"/>
              <a:pathLst>
                <a:path w="18288000" h="9067800">
                  <a:moveTo>
                    <a:pt x="0" y="0"/>
                  </a:moveTo>
                  <a:lnTo>
                    <a:pt x="18288000" y="0"/>
                  </a:lnTo>
                  <a:lnTo>
                    <a:pt x="18288000" y="9067800"/>
                  </a:lnTo>
                  <a:lnTo>
                    <a:pt x="0" y="9067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rcRect/>
              <a:stretch/>
            </a:blipFill>
            <a:ln>
              <a:noFill/>
            </a:ln>
            <a:effectLst/>
          </p:spPr>
        </p:sp>
      </p:grpSp>
    </p:spTree>
  </p:cSld>
  <p:clrMapOvr>
    <a:masterClrMapping/>
  </p:clrMapOvr>
  <p:transition spd="fast" p14:dur="800">
    <p:fade/>
    <p:extLst>
      <p:ext uri="smNativeData">
        <pr:smNativeData xmlns:pr="smNativeData" xmlns="smNativeData" val="NH3EaAAAAAAgAwAAAAAAAAYAAAAAAAAAAAAAAAAAAAAAAAAAAQAAAAAAAAAAAAAAAAAAAAAAAAAAAAAA" duo="NH3EaAAAAAAAAAAAAAAAAAAAAAA="/>
      </p:ext>
    </p:extLst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extLst>
              <a:ext uri="smNativeData">
                <pr:smNativeData xmlns:pr="smNativeData" xmlns="smNativeData" val="SMDATA_6_NH3EaBMAAAAlAAAAAQAAAA8BAAAAkAAAAEgAAACQAAAASAAAAAAAAAAAAAAAAAAAABcAAAAUAAAAAAAAAAAAAAD/fwAA/38AAAAAAAAJAAAABAAAAP////8fAAAAVAAAAAAAAAAAAAAAAAAAAAAAAAAAAAAAAAAAAAAAAAAAAAAAAAAAAAAAAAAAAAAAAAAAAAAAAAAAAAAAAAAAAAAAAAAAAAAAAAAAAAAAAAAAAAAAAAAAACEAAAAYAAAAFAAAAAAAAAAAAAAAgHAAAEg/AAAQAAAAJgAAAAgAAAD/////AAAAAA=="/>
              </a:ext>
            </a:extLst>
          </p:cNvGrpSpPr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sp>
          <p:nvSpPr>
            <p:cNvPr id="3" name="Freeform 3"/>
            <p:cNvSpPr>
              <a:extLst>
                <a:ext uri="smNativeData">
                  <pr:smNativeData xmlns:pr="smNativeData" xmlns="smNativeData" val="SMDATA_15_NH3EaBMAAAAlAAAACwAAAA0AAAAAAAAAAAAAAAAAlgAAYFQAAAAAAAAAAAAAAAAAAAEAAABQAAAAAAAAAAAA4D8AAAAAAADgPwAAAAAAAOA/AAAAAAAA4D8AAAAAAADgPwAAAAAAAOA/AAAAAAAA4D8AAAAAAADgPwAAAAAAAOA/AAAAAAAA4D8CAAAAjAAAAAEAAAAAAAAA9/Pw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DSpXYY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9/PwAP///wEAAAAAAAAAAAAAAAAAAAAAAAAAAAAAAAAAAAAAAAAAAAAAAAB/f38A7uzhA8zMzADAwP8Af39/AAAAAAAAAAAAAAAAAAAAAAAAAAAAIQAAABgAAAAUAAAAAAAAAAAAAACAcAAASD8AAAAAAAAmAAAACAAAAP//////////"/>
                </a:ext>
              </a:extLst>
            </p:cNvSpPr>
            <p:nvPr/>
          </p:nvSpPr>
          <p:spPr>
            <a:xfrm>
              <a:off x="0" y="0"/>
              <a:ext cx="18288000" cy="10287000"/>
            </a:xfrm>
            <a:custGeom>
              <a:avLst/>
              <a:gdLst/>
              <a:ahLst/>
              <a:cxnLst/>
              <a:rect l="0" t="0" r="18288000" b="10287000"/>
              <a:pathLst>
                <a:path w="18288000" h="10287000">
                  <a:moveTo>
                    <a:pt x="0" y="0"/>
                  </a:moveTo>
                  <a:lnTo>
                    <a:pt x="18288000" y="0"/>
                  </a:lnTo>
                  <a:lnTo>
                    <a:pt x="18288000" y="10287000"/>
                  </a:lnTo>
                  <a:lnTo>
                    <a:pt x="0" y="10287000"/>
                  </a:lnTo>
                  <a:close/>
                </a:path>
              </a:pathLst>
            </a:custGeom>
            <a:solidFill>
              <a:srgbClr val="F7F3F0"/>
            </a:solidFill>
            <a:ln>
              <a:noFill/>
            </a:ln>
            <a:effectLst/>
          </p:spPr>
        </p:sp>
      </p:grpSp>
      <p:grpSp>
        <p:nvGrpSpPr>
          <p:cNvPr id="4" name="Group 4"/>
          <p:cNvGrpSpPr>
            <a:extLst>
              <a:ext uri="smNativeData">
                <pr:smNativeData xmlns:pr="smNativeData" xmlns="smNativeData" val="SMDATA_6_NH3EaBMAAAAlAAAAAQAAAA8BAAAAkAAAAEgAAACQAAAASAAAAAAAAAAAAAAAAAAAABcAAAAUAAAAAAAAAAAAAAD/fwAA/38AAAAAAAAJAAAABAAAAP////8fAAAAVAAAAAAAAAAAAAAAAAAAAAAAAAAAAAAAAAAAAAAAAAAAAAAAAAAAAAAAAAAAAAAAAAAAAAAAAAAAAAAAAAAAAAAAAAAAAAAAAAAAAAAAAAAAAAAAAAAAACEAAAAYAAAAFAAAAAAAAAAAAAAAgHAAAEg/AAAQAAAAJgAAAAgAAAD/////AAAAAA=="/>
              </a:ext>
            </a:extLst>
          </p:cNvGrpSpPr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sp>
          <p:nvSpPr>
            <p:cNvPr id="5" name="Freeform 5"/>
            <p:cNvSpPr>
              <a:extLst>
                <a:ext uri="smNativeData">
                  <pr:smNativeData xmlns:pr="smNativeData" xmlns="smNativeData" val="SMDATA_15_NH3EaBMAAAAlAAAACwAAAA0AAAAAAAAAAAAAAAAAlgAAYFQAAAAAAAAAAAAAAAAAAAEAAABQAAAAAAAAAAAA4D8AAAAAAADgPwAAAAAAAOA/AAAAAAAA4D8AAAAAAADgPwAAAAAAAOA/AAAAAAAA4D8AAAAAAADgPwAAAAAAAOA/AAAAAAAA4D8CAAAAjAAAAAE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IdVG2s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AAAAAAAAAACAcAAASD8AAAAAAAAmAAAACAAAAP//////////"/>
                </a:ext>
              </a:extLst>
            </p:cNvSpPr>
            <p:nvPr/>
          </p:nvSpPr>
          <p:spPr>
            <a:xfrm>
              <a:off x="0" y="0"/>
              <a:ext cx="18288000" cy="10287000"/>
            </a:xfrm>
            <a:custGeom>
              <a:avLst/>
              <a:gdLst/>
              <a:ahLst/>
              <a:cxnLst/>
              <a:rect l="0" t="0" r="18288000" b="10287000"/>
              <a:pathLst>
                <a:path w="18288000" h="10287000">
                  <a:moveTo>
                    <a:pt x="0" y="0"/>
                  </a:moveTo>
                  <a:lnTo>
                    <a:pt x="18288000" y="0"/>
                  </a:lnTo>
                  <a:lnTo>
                    <a:pt x="18288000" y="10287000"/>
                  </a:lnTo>
                  <a:lnTo>
                    <a:pt x="0" y="102870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</p:sp>
      </p:grpSp>
      <p:grpSp>
        <p:nvGrpSpPr>
          <p:cNvPr id="6" name="Group 6"/>
          <p:cNvGrpSpPr>
            <a:extLst>
              <a:ext uri="smNativeData">
                <pr:smNativeData xmlns:pr="smNativeData" xmlns="smNativeData" val="SMDATA_6_NH3EaBMAAAAlAAAAAQAAAA8BAAAAkAAAAEgAAACQAAAASAAAAAAAAAAAAAAAAAAAABcAAAAUAAAAAAAAAAAAAAD/fwAA/38AAAAAAAAJAAAABAAAAP////8fAAAAVAAAAAAAAAAAAAAAAAAAAAAAAAAAAAAAAAAAAAAAAAAAAAAAAAAAAAAAAAAAAAAAAAAAAAAAAAAAAAAAAAAAAAAAAAAAAAAAAAAAAAAAAAAAAAAAAAAAACEAAAAYAAAAFAAAAAAAAACmBAAAgHAAAKI6AAAQAAAAJgAAAAgAAAD/////AAAAAA=="/>
              </a:ext>
            </a:extLst>
          </p:cNvGrpSpPr>
          <p:nvPr/>
        </p:nvGrpSpPr>
        <p:grpSpPr>
          <a:xfrm>
            <a:off x="0" y="755650"/>
            <a:ext cx="18288000" cy="8775700"/>
            <a:chOff x="0" y="755650"/>
            <a:chExt cx="18288000" cy="8775700"/>
          </a:xfrm>
        </p:grpSpPr>
        <p:sp>
          <p:nvSpPr>
            <p:cNvPr id="7" name="Freeform 7" descr="A screenshot of a website  AI-generated content may be incorrect."/>
            <p:cNvSpPr>
              <a:extLst>
                <a:ext uri="smNativeData">
                  <pr:smNativeData xmlns:pr="smNativeData" xmlns="smNativeData" val="SMDATA_15_NH3EaBMAAAAlAAAACwAAAA0AAAAAAAAAAAAAAAAAlgAA+kcAAAAAAAAAAAAAAAAAAAEAAABQAAAAAAAAAAAA4D8AAAAAAADgPwAAAAAAAOA/AAAAAAAA4D8AAAAAAADgPwAAAAAAAOA/AAAAAAAA4D8AAAAAAADgPwAAAAAAAOA/AAAAAAAA4D8CAAAAjAAAAAEAAAACAAAA////AP///wgAAAAAAAAAAGDld3FQQhlNiCV/3xUNBOsB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EM7HX4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AAAAAKYEAACAcAAAojoAAAAAAAAmAAAACAAAAP//////////"/>
                </a:ext>
              </a:extLst>
            </p:cNvSpPr>
            <p:nvPr/>
          </p:nvSpPr>
          <p:spPr>
            <a:xfrm>
              <a:off x="0" y="755650"/>
              <a:ext cx="18288000" cy="8775700"/>
            </a:xfrm>
            <a:custGeom>
              <a:avLst/>
              <a:gdLst/>
              <a:ahLst/>
              <a:cxnLst/>
              <a:rect l="0" t="0" r="18288000" b="8775700"/>
              <a:pathLst>
                <a:path w="18288000" h="8775700">
                  <a:moveTo>
                    <a:pt x="0" y="0"/>
                  </a:moveTo>
                  <a:lnTo>
                    <a:pt x="18288000" y="0"/>
                  </a:lnTo>
                  <a:lnTo>
                    <a:pt x="18288000" y="8775700"/>
                  </a:lnTo>
                  <a:lnTo>
                    <a:pt x="0" y="8775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rcRect/>
              <a:stretch/>
            </a:blipFill>
            <a:ln>
              <a:noFill/>
            </a:ln>
            <a:effectLst/>
          </p:spPr>
        </p:sp>
      </p:grpSp>
    </p:spTree>
  </p:cSld>
  <p:clrMapOvr>
    <a:masterClrMapping/>
  </p:clrMapOvr>
  <p:transition spd="fast" p14:dur="800">
    <p:fade/>
    <p:extLst>
      <p:ext uri="smNativeData">
        <pr:smNativeData xmlns:pr="smNativeData" xmlns="smNativeData" val="NH3EaAAAAAAgAwAAAAAAAAYAAAAAAAAAAAAAAAAAAAAAAAAAAQAAAAAAAAAAAAAAAAAAAAAAAAAAAAAA" duo="NH3EaAAAAAAAAAAAAAAAAAAAAAA="/>
      </p:ext>
    </p:extLst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extLst>
              <a:ext uri="smNativeData">
                <pr:smNativeData xmlns:pr="smNativeData" xmlns="smNativeData" val="SMDATA_6_NH3EaBMAAAAlAAAAAQAAAA8BAAAAkAAAAEgAAACQAAAASAAAAAAAAAAAAAAAAAAAABcAAAAUAAAAAAAAAAAAAAD/fwAA/38AAAAAAAAJAAAABAAAAP////8fAAAAVAAAAAAAAAAAAAAAAAAAAAAAAAAAAAAAAAAAAAAAAAAAAAAAAAAAAAAAAAAAAAAAAAAAAAAAAAAAAAAAAAAAAAAAAAAAAAAAAAAAAAAAAAAAAAAAAAAAACEAAAAYAAAAFAAAAAAAAAAAAAAAgHAAAEg/AAAQAAAAJgAAAAgAAAD/////AAAAAA=="/>
              </a:ext>
            </a:extLst>
          </p:cNvGrpSpPr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sp>
          <p:nvSpPr>
            <p:cNvPr id="3" name="Freeform 3"/>
            <p:cNvSpPr>
              <a:extLst>
                <a:ext uri="smNativeData">
                  <pr:smNativeData xmlns:pr="smNativeData" xmlns="smNativeData" val="SMDATA_15_NH3EaBMAAAAlAAAACwAAAA0AAAAAAAAAAAAAAAAAlgAAYFQAAAAAAAAAAAAAAAAAAAEAAABQAAAAAAAAAAAA4D8AAAAAAADgPwAAAAAAAOA/AAAAAAAA4D8AAAAAAADgPwAAAAAAAOA/AAAAAAAA4D8AAAAAAADgPwAAAAAAAOA/AAAAAAAA4D8CAAAAjAAAAAEAAAAAAAAA9/Pw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rPz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9/PwAP///wEAAAAAAAAAAAAAAAAAAAAAAAAAAAAAAAAAAAAAAAAAAAAAAAB/f38A7uzhA8zMzADAwP8Af39/AAAAAAAAAAAAAAAAAAAAAAAAAAAAIQAAABgAAAAUAAAAAAAAAAAAAACAcAAASD8AAAAAAAAmAAAACAAAAP//////////"/>
                </a:ext>
              </a:extLst>
            </p:cNvSpPr>
            <p:nvPr/>
          </p:nvSpPr>
          <p:spPr>
            <a:xfrm>
              <a:off x="0" y="0"/>
              <a:ext cx="18288000" cy="10287000"/>
            </a:xfrm>
            <a:custGeom>
              <a:avLst/>
              <a:gdLst/>
              <a:ahLst/>
              <a:cxnLst/>
              <a:rect l="0" t="0" r="18288000" b="10287000"/>
              <a:pathLst>
                <a:path w="18288000" h="10287000">
                  <a:moveTo>
                    <a:pt x="0" y="0"/>
                  </a:moveTo>
                  <a:lnTo>
                    <a:pt x="18288000" y="0"/>
                  </a:lnTo>
                  <a:lnTo>
                    <a:pt x="18288000" y="10287000"/>
                  </a:lnTo>
                  <a:lnTo>
                    <a:pt x="0" y="10287000"/>
                  </a:lnTo>
                  <a:close/>
                </a:path>
              </a:pathLst>
            </a:custGeom>
            <a:solidFill>
              <a:srgbClr val="F7F3F0"/>
            </a:solidFill>
            <a:ln>
              <a:noFill/>
            </a:ln>
            <a:effectLst/>
          </p:spPr>
        </p:sp>
      </p:grpSp>
      <p:grpSp>
        <p:nvGrpSpPr>
          <p:cNvPr id="4" name="Group 4"/>
          <p:cNvGrpSpPr>
            <a:extLst>
              <a:ext uri="smNativeData">
                <pr:smNativeData xmlns:pr="smNativeData" xmlns="smNativeData" val="SMDATA_6_NH3EaBMAAAAlAAAAAQAAAA8BAAAAkAAAAEgAAACQAAAASAAAAAAAAAAAAAAAAAAAABcAAAAUAAAAAAAAAAAAAAD/fwAA/38AAAAAAAAJAAAABAAAAP////8fAAAAVAAAAAAAAAAAAAAAAAAAAAAAAAAAAAAAAAAAAAAAAAAAAAAAAAAAAAAAAAAAAAAAAAAAAAAAAAAAAAAAAAAAAAAAAAAAAAAAAAAAAAAAAAAAAAAAAAAAACEAAAAYAAAAFAAAAAAAAAAAAAAAgHAAAEg/AAAQAAAAJgAAAAgAAAD/////AAAAAA=="/>
              </a:ext>
            </a:extLst>
          </p:cNvGrpSpPr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sp>
          <p:nvSpPr>
            <p:cNvPr id="5" name="Freeform 5"/>
            <p:cNvSpPr>
              <a:extLst>
                <a:ext uri="smNativeData">
                  <pr:smNativeData xmlns:pr="smNativeData" xmlns="smNativeData" val="SMDATA_15_NH3EaBMAAAAlAAAACwAAAA0AAAAAAAAAAAAAAAAAlgAAYFQAAAAAAAAAAAAAAAAAAAEAAABQAAAAAAAAAAAA4D8AAAAAAADgPwAAAAAAAOA/AAAAAAAA4D8AAAAAAADgPwAAAAAAAOA/AAAAAAAA4D8AAAAAAADgPwAAAAAAAOA/AAAAAAAA4D8CAAAAjAAAAAE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Ctnl7Y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AAAAAAAAAACAcAAASD8AAAAAAAAmAAAACAAAAP//////////"/>
                </a:ext>
              </a:extLst>
            </p:cNvSpPr>
            <p:nvPr/>
          </p:nvSpPr>
          <p:spPr>
            <a:xfrm>
              <a:off x="0" y="0"/>
              <a:ext cx="18288000" cy="10287000"/>
            </a:xfrm>
            <a:custGeom>
              <a:avLst/>
              <a:gdLst/>
              <a:ahLst/>
              <a:cxnLst/>
              <a:rect l="0" t="0" r="18288000" b="10287000"/>
              <a:pathLst>
                <a:path w="18288000" h="10287000">
                  <a:moveTo>
                    <a:pt x="0" y="0"/>
                  </a:moveTo>
                  <a:lnTo>
                    <a:pt x="18288000" y="0"/>
                  </a:lnTo>
                  <a:lnTo>
                    <a:pt x="18288000" y="10287000"/>
                  </a:lnTo>
                  <a:lnTo>
                    <a:pt x="0" y="102870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</p:sp>
      </p:grpSp>
      <p:sp>
        <p:nvSpPr>
          <p:cNvPr id="6" name="TextBox 6"/>
          <p:cNvSpPr>
            <a:extLst>
              <a:ext uri="smNativeData">
                <pr:smNativeData xmlns:pr="smNativeData" xmlns="smNativeData" val="SMDATA_15_NH3EaB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CN9Vk0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rAQAAG8DAAAIJgAAAwwAABAgAAAmAAAACAAAAP//////////"/>
              </a:ext>
            </a:extLst>
          </p:cNvSpPr>
          <p:nvPr/>
        </p:nvSpPr>
        <p:spPr>
          <a:xfrm>
            <a:off x="759460" y="558165"/>
            <a:ext cx="5422900" cy="13944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 algn="l">
              <a:lnSpc>
                <a:spcPts val="5310"/>
              </a:lnSpc>
              <a:defRPr lang="en-us"/>
            </a:pPr>
            <a:r>
              <a:rPr lang="en-us" sz="4250" cap="none">
                <a:solidFill>
                  <a:srgbClr val="201B18"/>
                </a:solidFill>
                <a:latin typeface="Arimo" pitchFamily="0" charset="1"/>
                <a:ea typeface="Arimo" pitchFamily="0" charset="1"/>
                <a:cs typeface="Arimo" pitchFamily="0" charset="1"/>
              </a:rPr>
              <a:t>Тестване</a:t>
            </a:r>
            <a:endParaRPr lang="en-us" sz="4250" cap="none">
              <a:solidFill>
                <a:srgbClr val="201B18"/>
              </a:solidFill>
              <a:latin typeface="Arimo" pitchFamily="0" charset="1"/>
              <a:ea typeface="Arimo" pitchFamily="0" charset="1"/>
              <a:cs typeface="Arimo" pitchFamily="0" charset="1"/>
            </a:endParaRPr>
          </a:p>
        </p:txBody>
      </p:sp>
      <p:grpSp>
        <p:nvGrpSpPr>
          <p:cNvPr id="7" name="Group 7"/>
          <p:cNvGrpSpPr>
            <a:extLst>
              <a:ext uri="smNativeData">
                <pr:smNativeData xmlns:pr="smNativeData" xmlns="smNativeData" val="SMDATA_6_NH3EaBMAAAAlAAAAAQAAAA8BAAAAkAAAAEgAAACQAAAASAAAAAAAAAAAAAAAAAAAABcAAAAUAAAAAAAAAAAAAAD/fwAA/38AAAAAAAAJAAAABAAAAP////8fAAAAVAAAAAAAAAAAAAAAAAAAAAAAAAAAAAAAAAAAAAAAAAAAAAAAAAAAAAAAAAAAAAAAAAAAAAAAAAAAAAAAAAAAAAAAAAAAAAAAAAAAAAAAAAAAAAAAAAAAACEAAAAYAAAAFAAAAKwEAACDDwAAQyMAAGY9AAAQAAAAJgAAAAgAAAD/////AAAAAA=="/>
              </a:ext>
            </a:extLst>
          </p:cNvGrpSpPr>
          <p:nvPr/>
        </p:nvGrpSpPr>
        <p:grpSpPr>
          <a:xfrm>
            <a:off x="759460" y="2521585"/>
            <a:ext cx="4972685" cy="7459345"/>
            <a:chOff x="759460" y="2521585"/>
            <a:chExt cx="4972685" cy="7459345"/>
          </a:xfrm>
        </p:grpSpPr>
        <p:sp>
          <p:nvSpPr>
            <p:cNvPr id="8" name="Freeform 8" descr="preencoded.png"/>
            <p:cNvSpPr>
              <a:extLst>
                <a:ext uri="smNativeData">
                  <pr:smNativeData xmlns:pr="smNativeData" xmlns="smNativeData" val="SMDATA_15_NH3EaBMAAAAlAAAACwAAAA0AAAAAAAAAAAAAAADKKAAALz0AAAAAAAAAAAAAAAAAAAEAAABQAAAAAAAAAAAA4D8AAAAAAADgPwAAAAAAAOA/AAAAAAAA4D8AAAAAAADgPwAAAAAAAOA/AAAAAAAA4D8AAAAAAADgPwAAAAAAAOA/AAAAAAAA4D8CAAAAjAAAAAEAAAACAAAA////AP///wgAAAAAAAAAANDQnyAlFvFGqJ1SCjUg0noB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JoUspQ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rAQAAIMPAABDIwAAZj0AAAAAAAAmAAAACAAAAP//////////"/>
                </a:ext>
              </a:extLst>
            </p:cNvSpPr>
            <p:nvPr/>
          </p:nvSpPr>
          <p:spPr>
            <a:xfrm>
              <a:off x="759460" y="2521585"/>
              <a:ext cx="4972685" cy="7459345"/>
            </a:xfrm>
            <a:custGeom>
              <a:avLst/>
              <a:gdLst/>
              <a:ahLst/>
              <a:cxnLst/>
              <a:rect l="0" t="0" r="4972685" b="7459345"/>
              <a:pathLst>
                <a:path w="4972685" h="7459345">
                  <a:moveTo>
                    <a:pt x="0" y="0"/>
                  </a:moveTo>
                  <a:lnTo>
                    <a:pt x="4972685" y="0"/>
                  </a:lnTo>
                  <a:lnTo>
                    <a:pt x="4972685" y="7459345"/>
                  </a:lnTo>
                  <a:lnTo>
                    <a:pt x="0" y="74593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rcRect/>
              <a:stretch/>
            </a:blipFill>
            <a:ln>
              <a:noFill/>
            </a:ln>
            <a:effectLst/>
          </p:spPr>
        </p:sp>
      </p:grpSp>
      <p:sp>
        <p:nvSpPr>
          <p:cNvPr id="9" name="TextBox 9"/>
          <p:cNvSpPr>
            <a:extLst>
              <a:ext uri="smNativeData">
                <pr:smNativeData xmlns:pr="smNativeData" xmlns="smNativeData" val="SMDATA_15_NH3EaB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KQ8oeQ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+SkAANwOAADjawAABhwAABAgAAAmAAAACAAAAP//////////"/>
              </a:ext>
            </a:extLst>
          </p:cNvSpPr>
          <p:nvPr/>
        </p:nvSpPr>
        <p:spPr>
          <a:xfrm>
            <a:off x="6823075" y="2415540"/>
            <a:ext cx="10714990" cy="21399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 algn="l">
              <a:lnSpc>
                <a:spcPts val="2685"/>
              </a:lnSpc>
              <a:defRPr lang="en-us"/>
            </a:pPr>
            <a:r>
              <a:rPr lang="en-us" sz="1685" cap="none">
                <a:solidFill>
                  <a:srgbClr val="504C49"/>
                </a:solidFill>
                <a:latin typeface="Source Han Sans JP" pitchFamily="0" charset="1"/>
                <a:ea typeface="Source Han Sans JP" pitchFamily="0" charset="1"/>
                <a:cs typeface="Source Han Sans JP" pitchFamily="0" charset="1"/>
              </a:rPr>
              <a:t> Всеки  ръчно открит бъг се записва в свитък, подпечатан с печата на Jira, и се изпраща по бързия гарван до разработчиците. А когато дойде времето за автоматизирани тестове, ще бъде създадена Стена от скриптове, която никой дефект няма да може да премине. </a:t>
            </a:r>
            <a:endParaRPr lang="en-us" sz="1685" cap="none">
              <a:solidFill>
                <a:srgbClr val="504C49"/>
              </a:solidFill>
              <a:latin typeface="Source Han Sans JP" pitchFamily="0" charset="1"/>
              <a:ea typeface="Source Han Sans JP" pitchFamily="0" charset="1"/>
              <a:cs typeface="Source Han Sans JP" pitchFamily="0" charset="1"/>
            </a:endParaRPr>
          </a:p>
          <a:p>
            <a:pPr algn="l">
              <a:lnSpc>
                <a:spcPts val="2685"/>
              </a:lnSpc>
              <a:defRPr lang="en-us"/>
            </a:pPr>
          </a:p>
          <a:p>
            <a:pPr algn="l">
              <a:lnSpc>
                <a:spcPts val="2685"/>
              </a:lnSpc>
              <a:defRPr lang="en-us"/>
            </a:pPr>
            <a:r>
              <a:rPr lang="en-us" sz="1685" cap="none">
                <a:solidFill>
                  <a:srgbClr val="504C49"/>
                </a:solidFill>
                <a:latin typeface="Source Han Sans JP" pitchFamily="0" charset="1"/>
                <a:ea typeface="Source Han Sans JP" pitchFamily="0" charset="1"/>
                <a:cs typeface="Source Han Sans JP" pitchFamily="0" charset="1"/>
              </a:rPr>
              <a:t>Бъговете идат!</a:t>
            </a:r>
            <a:endParaRPr lang="en-us" sz="1685" cap="none">
              <a:solidFill>
                <a:srgbClr val="504C49"/>
              </a:solidFill>
              <a:latin typeface="Source Han Sans JP" pitchFamily="0" charset="1"/>
              <a:ea typeface="Source Han Sans JP" pitchFamily="0" charset="1"/>
              <a:cs typeface="Source Han Sans JP" pitchFamily="0" charset="1"/>
            </a:endParaRPr>
          </a:p>
        </p:txBody>
      </p:sp>
    </p:spTree>
  </p:cSld>
  <p:clrMapOvr>
    <a:masterClrMapping/>
  </p:clrMapOvr>
  <p:transition spd="fast" p14:dur="800">
    <p:fade/>
    <p:extLst>
      <p:ext uri="smNativeData">
        <pr:smNativeData xmlns:pr="smNativeData" xmlns="smNativeData" val="NH3EaAAAAAAgAwAAAAAAAAYAAAAAAAAAAAAAAAAAAAAAAAAAAQAAAAAAAAAAAAAAAAAAAAAAAAAAAAAA" duo="NH3EaAAAAAAAAAAAAAAAAAAAAAA="/>
      </p:ext>
    </p:extLst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extLst>
              <a:ext uri="smNativeData">
                <pr:smNativeData xmlns:pr="smNativeData" xmlns="smNativeData" val="SMDATA_6_NH3EaBMAAAAlAAAAAQAAAA8BAAAAkAAAAEgAAACQAAAASAAAAAAAAAAAAAAAAAAAABcAAAAUAAAAAAAAAAAAAAD/fwAA/38AAAAAAAAJAAAABAAAAP7+/v8fAAAAVAAAAAAAAAAAAAAAAAAAAAAAAAAAAAAAAAAAAAAAAAAAAAAAAAAAAAAAAAAAAAAAAAAAAAAAAAAAAAAAAAAAAAAAAAAAAAAAAAAAAAAAAAAAAAAAAAAAACEAAAAYAAAAFAAAAAAAAAAAAAAAgHAAAEg/AAAQAAAAJgAAAAgAAAD/////AAAAAA=="/>
              </a:ext>
            </a:extLst>
          </p:cNvGrpSpPr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sp>
          <p:nvSpPr>
            <p:cNvPr id="3" name="Freeform 3"/>
            <p:cNvSpPr>
              <a:extLst>
                <a:ext uri="smNativeData">
                  <pr:smNativeData xmlns:pr="smNativeData" xmlns="smNativeData" val="SMDATA_15_NH3EaBMAAAAlAAAACwAAAA0AAAAAAAAAAAAAAAAAlgAAYFQAAAAAAAAAAAAAAAAAAAEAAABQAAAAAAAAAAAA4D8AAAAAAADgPwAAAAAAAOA/AAAAAAAA4D8AAAAAAADgPwAAAAAAAOA/AAAAAAAA4D8AAAAAAADgPwAAAAAAAOA/AAAAAAAA4D8CAAAAjAAAAAEAAAAAAAAA9/Pw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9/PwAP///wEAAAAAAAAAAAAAAAAAAAAAAAAAAAAAAAAAAAAAAAAAAAAAAAB/f38A7uzhA8zMzADAwP8Af39/AAAAAAAAAAAAAAAAAAAAAAAAAAAAIQAAABgAAAAUAAAAAAAAAAAAAACAcAAASD8AAAAAAAAmAAAACAAAAP//////////"/>
                </a:ext>
              </a:extLst>
            </p:cNvSpPr>
            <p:nvPr/>
          </p:nvSpPr>
          <p:spPr>
            <a:xfrm>
              <a:off x="0" y="0"/>
              <a:ext cx="18288000" cy="10287000"/>
            </a:xfrm>
            <a:custGeom>
              <a:avLst/>
              <a:gdLst/>
              <a:ahLst/>
              <a:cxnLst/>
              <a:rect l="0" t="0" r="18288000" b="10287000"/>
              <a:pathLst>
                <a:path w="18288000" h="10287000">
                  <a:moveTo>
                    <a:pt x="0" y="0"/>
                  </a:moveTo>
                  <a:lnTo>
                    <a:pt x="18288000" y="0"/>
                  </a:lnTo>
                  <a:lnTo>
                    <a:pt x="18288000" y="10287000"/>
                  </a:lnTo>
                  <a:lnTo>
                    <a:pt x="0" y="10287000"/>
                  </a:lnTo>
                  <a:close/>
                </a:path>
              </a:pathLst>
            </a:custGeom>
            <a:solidFill>
              <a:srgbClr val="F7F3F0"/>
            </a:solidFill>
            <a:ln>
              <a:noFill/>
            </a:ln>
            <a:effectLst/>
          </p:spPr>
        </p:sp>
      </p:grpSp>
      <p:grpSp>
        <p:nvGrpSpPr>
          <p:cNvPr id="4" name="Group 4"/>
          <p:cNvGrpSpPr>
            <a:extLst>
              <a:ext uri="smNativeData">
                <pr:smNativeData xmlns:pr="smNativeData" xmlns="smNativeData" val="SMDATA_6_NH3EaBMAAAAlAAAAAQAAAA8BAAAAkAAAAEgAAACQAAAASAAAAAAAAAAAAAAAAAAAABcAAAAUAAAAAAAAAAAAAAD/fwAA/38AAAAAAAAJAAAABAAAAP////8fAAAAVAAAAAAAAAAAAAAAAAAAAAAAAAAAAAAAAAAAAAAAAAAAAAAAAAAAAAAAAAAAAAAAAAAAAAAAAAAAAAAAAAAAAAAAAAAAAAAAAAAAAAAAAAAAAAAAAAAAACEAAAAYAAAAFAAAAAAAAAAAAAAAgHAAAEg/AAAQAAAAJgAAAAgAAAD/////AAAAAA=="/>
              </a:ext>
            </a:extLst>
          </p:cNvGrpSpPr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sp>
          <p:nvSpPr>
            <p:cNvPr id="5" name="Freeform 5"/>
            <p:cNvSpPr>
              <a:extLst>
                <a:ext uri="smNativeData">
                  <pr:smNativeData xmlns:pr="smNativeData" xmlns="smNativeData" val="SMDATA_15_NH3EaBMAAAAlAAAACwAAAA0AAAAAAAAAAAAAAAAAlgAAYFQAAAAAAAAAAAAAAAAAAAEAAABQAAAAAAAAAAAA4D8AAAAAAADgPwAAAAAAAOA/AAAAAAAA4D8AAAAAAADgPwAAAAAAAOA/AAAAAAAA4D8AAAAAAADgPwAAAAAAAOA/AAAAAAAA4D8CAAAAjAAAAAE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ODxg7Y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AAAAAAAAAACAcAAASD8AAAAAAAAmAAAACAAAAP//////////"/>
                </a:ext>
              </a:extLst>
            </p:cNvSpPr>
            <p:nvPr/>
          </p:nvSpPr>
          <p:spPr>
            <a:xfrm>
              <a:off x="0" y="0"/>
              <a:ext cx="18288000" cy="10287000"/>
            </a:xfrm>
            <a:custGeom>
              <a:avLst/>
              <a:gdLst/>
              <a:ahLst/>
              <a:cxnLst/>
              <a:rect l="0" t="0" r="18288000" b="10287000"/>
              <a:pathLst>
                <a:path w="18288000" h="10287000">
                  <a:moveTo>
                    <a:pt x="0" y="0"/>
                  </a:moveTo>
                  <a:lnTo>
                    <a:pt x="18288000" y="0"/>
                  </a:lnTo>
                  <a:lnTo>
                    <a:pt x="18288000" y="10287000"/>
                  </a:lnTo>
                  <a:lnTo>
                    <a:pt x="0" y="102870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</p:sp>
      </p:grpSp>
      <p:sp>
        <p:nvSpPr>
          <p:cNvPr id="6" name="TextBox 6"/>
          <p:cNvSpPr>
            <a:extLst>
              <a:ext uri="smNativeData">
                <pr:smNativeData xmlns:pr="smNativeData" xmlns="smNativeData" val="SMDATA_15_NH3EaB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WwUAAPwDAACaKwAAAAkAABAgAAAmAAAACAAAAP//////////"/>
              </a:ext>
            </a:extLst>
          </p:cNvSpPr>
          <p:nvPr/>
        </p:nvSpPr>
        <p:spPr>
          <a:xfrm>
            <a:off x="870585" y="647700"/>
            <a:ext cx="6217285" cy="8153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 algn="l">
              <a:lnSpc>
                <a:spcPts val="6060"/>
              </a:lnSpc>
              <a:defRPr lang="en-us"/>
            </a:pPr>
            <a:r>
              <a:rPr lang="en-us" sz="4875" cap="none">
                <a:solidFill>
                  <a:srgbClr val="201B18"/>
                </a:solidFill>
                <a:latin typeface="Arimo" pitchFamily="0" charset="1"/>
                <a:ea typeface="Arimo" pitchFamily="0" charset="1"/>
                <a:cs typeface="Arimo" pitchFamily="0" charset="1"/>
              </a:rPr>
              <a:t>Заключение</a:t>
            </a:r>
            <a:endParaRPr lang="en-us" sz="4875" cap="none">
              <a:solidFill>
                <a:srgbClr val="201B18"/>
              </a:solidFill>
              <a:latin typeface="Arimo" pitchFamily="0" charset="1"/>
              <a:ea typeface="Arimo" pitchFamily="0" charset="1"/>
              <a:cs typeface="Arimo" pitchFamily="0" charset="1"/>
            </a:endParaRPr>
          </a:p>
        </p:txBody>
      </p:sp>
      <p:sp>
        <p:nvSpPr>
          <p:cNvPr id="7" name="TextBox 7"/>
          <p:cNvSpPr>
            <a:extLst>
              <a:ext uri="smNativeData">
                <pr:smNativeData xmlns:pr="smNativeData" xmlns="smNativeData" val="SMDATA_15_NH3EaBMAAAAlAAAAZAAAAE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PwLLks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7uzhA8zMzADAwP8Af39/AAAAAAAAAAAAAAAAAAAAAAAAAAAAIQAAABgAAAAUAAAAWwUAAA8LAAAlawAAUjYAABAgAAAmAAAACAAAAP//////////"/>
              </a:ext>
            </a:extLst>
          </p:cNvSpPr>
          <p:nvPr/>
        </p:nvSpPr>
        <p:spPr>
          <a:xfrm>
            <a:off x="870585" y="1797685"/>
            <a:ext cx="16546830" cy="70326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 algn="l">
              <a:lnSpc>
                <a:spcPts val="6060"/>
              </a:lnSpc>
              <a:defRPr lang="en-us"/>
            </a:pPr>
            <a:r>
              <a:rPr lang="en-us" sz="4875" cap="none">
                <a:solidFill>
                  <a:srgbClr val="201B18"/>
                </a:solidFill>
                <a:latin typeface="Arimo" pitchFamily="0" charset="1"/>
                <a:ea typeface="Arimo" pitchFamily="0" charset="1"/>
                <a:cs typeface="Arimo" pitchFamily="0" charset="1"/>
              </a:rPr>
              <a:t>Екипът комуникираше основно чрез Discord, където задачите бяха разпределени равномерно между членовете. По време на работата активно се обменяха знания и идеи, което спомогна за по-доброто усвояване на нови умения. Всички работиха усърдно, като в процеса се изградиха качества като сплотеност, взаимопомощ и ефективна работа в екип.</a:t>
            </a:r>
            <a:endParaRPr lang="en-us" sz="4875" cap="none">
              <a:solidFill>
                <a:srgbClr val="201B18"/>
              </a:solidFill>
              <a:latin typeface="Arimo" pitchFamily="0" charset="1"/>
              <a:ea typeface="Arimo" pitchFamily="0" charset="1"/>
              <a:cs typeface="Arimo" pitchFamily="0" charset="1"/>
            </a:endParaRPr>
          </a:p>
        </p:txBody>
      </p:sp>
    </p:spTree>
  </p:cSld>
  <p:clrMapOvr>
    <a:masterClrMapping/>
  </p:clrMapOvr>
  <p:transition spd="fast" p14:dur="800">
    <p:fade/>
    <p:extLst>
      <p:ext uri="smNativeData">
        <pr:smNativeData xmlns:pr="smNativeData" xmlns="smNativeData" val="NH3EaAAAAAAgAwAAAAAAAAYAAAAAAAAAAAAAAAAAAAAAAAAAAQAAAAAAAAAAAAAAAAAAAAAAAAAAAAAA" duo="NH3EaAAAAAAAAAAAAAAAAAAAAAA="/>
      </p:ext>
    </p:extLst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resentation">
  <a:themeElements>
    <a:clrScheme name="Presentation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resentation">
      <a:majorFont>
        <a:latin typeface="Calibri"/>
        <a:ea typeface="Calibri"/>
        <a:cs typeface="Calibri"/>
      </a:majorFont>
      <a:minorFont>
        <a:latin typeface="Calibri"/>
        <a:ea typeface="Calibri"/>
        <a:cs typeface="Calibr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>
        <a:prstTxWarp prst="textNoShape">
          <a:avLst/>
        </a:prstTxWarp>
        <a:noAutofit/>
      </a:bodyPr>
      <a:lstStyle>
        <a:defPPr>
          <a:defRPr/>
        </a:defPPr>
      </a:lstStyle>
      <a:style>
        <a:lnRef idx="0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Presentation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Kiko</cp:lastModifiedBy>
  <cp:revision>0</cp:revision>
  <dcterms:created xsi:type="dcterms:W3CDTF">2006-08-16T00:00:00Z</dcterms:created>
  <dcterms:modified xsi:type="dcterms:W3CDTF">2025-09-12T20:06:12Z</dcterms:modified>
</cp:coreProperties>
</file>